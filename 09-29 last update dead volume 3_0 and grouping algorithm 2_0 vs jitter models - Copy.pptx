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389" r:id="rId2"/>
    <p:sldId id="398" r:id="rId3"/>
    <p:sldId id="399" r:id="rId4"/>
    <p:sldId id="400" r:id="rId5"/>
    <p:sldId id="401" r:id="rId6"/>
    <p:sldId id="402" r:id="rId7"/>
    <p:sldId id="403" r:id="rId8"/>
    <p:sldId id="405" r:id="rId9"/>
    <p:sldId id="406" r:id="rId10"/>
    <p:sldId id="408" r:id="rId11"/>
    <p:sldId id="404" r:id="rId12"/>
    <p:sldId id="336" r:id="rId13"/>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61"/>
    <a:srgbClr val="FF8920"/>
    <a:srgbClr val="277CB7"/>
    <a:srgbClr val="FDE724"/>
    <a:srgbClr val="7FBF7F"/>
    <a:srgbClr val="3F5FBF"/>
    <a:srgbClr val="A08E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4BC66F-9DCB-280F-4C9C-5023785D63FB}" v="29" dt="2025-10-21T07:31:45.8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352" autoAdjust="0"/>
    <p:restoredTop sz="94660"/>
  </p:normalViewPr>
  <p:slideViewPr>
    <p:cSldViewPr snapToGrid="0">
      <p:cViewPr varScale="1">
        <p:scale>
          <a:sx n="78" d="100"/>
          <a:sy n="78" d="100"/>
        </p:scale>
        <p:origin x="113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ca Terenzi" userId="84fc0911-cfdc-4e75-8c37-ab8a29f2d44c" providerId="ADAL" clId="{20F998DB-463F-4ED8-B8BC-E0404F8780EA}"/>
    <pc:docChg chg="undo custSel addSld delSld modSld sldOrd">
      <pc:chgData name="Luca Terenzi" userId="84fc0911-cfdc-4e75-8c37-ab8a29f2d44c" providerId="ADAL" clId="{20F998DB-463F-4ED8-B8BC-E0404F8780EA}" dt="2025-09-29T10:59:07.764" v="11070" actId="1037"/>
      <pc:docMkLst>
        <pc:docMk/>
      </pc:docMkLst>
      <pc:sldChg chg="modSp mod">
        <pc:chgData name="Luca Terenzi" userId="84fc0911-cfdc-4e75-8c37-ab8a29f2d44c" providerId="ADAL" clId="{20F998DB-463F-4ED8-B8BC-E0404F8780EA}" dt="2025-09-29T10:00:10.319" v="11040" actId="20577"/>
        <pc:sldMkLst>
          <pc:docMk/>
          <pc:sldMk cId="203171065" sldId="389"/>
        </pc:sldMkLst>
        <pc:spChg chg="mod">
          <ac:chgData name="Luca Terenzi" userId="84fc0911-cfdc-4e75-8c37-ab8a29f2d44c" providerId="ADAL" clId="{20F998DB-463F-4ED8-B8BC-E0404F8780EA}" dt="2025-09-29T10:00:10.319" v="11040" actId="20577"/>
          <ac:spMkLst>
            <pc:docMk/>
            <pc:sldMk cId="203171065" sldId="389"/>
            <ac:spMk id="2" creationId="{5ED9E54E-89A4-7C3E-76F9-37B3B8641A99}"/>
          </ac:spMkLst>
        </pc:spChg>
      </pc:sldChg>
      <pc:sldChg chg="addSp delSp modSp add mod">
        <pc:chgData name="Luca Terenzi" userId="84fc0911-cfdc-4e75-8c37-ab8a29f2d44c" providerId="ADAL" clId="{20F998DB-463F-4ED8-B8BC-E0404F8780EA}" dt="2025-09-22T06:07:43.421" v="7198" actId="20577"/>
        <pc:sldMkLst>
          <pc:docMk/>
          <pc:sldMk cId="3324797872" sldId="398"/>
        </pc:sldMkLst>
        <pc:spChg chg="mod">
          <ac:chgData name="Luca Terenzi" userId="84fc0911-cfdc-4e75-8c37-ab8a29f2d44c" providerId="ADAL" clId="{20F998DB-463F-4ED8-B8BC-E0404F8780EA}" dt="2025-09-22T06:07:43.421" v="7198" actId="20577"/>
          <ac:spMkLst>
            <pc:docMk/>
            <pc:sldMk cId="3324797872" sldId="398"/>
            <ac:spMk id="2" creationId="{4D45DDF4-57C2-90AD-7232-8B435D21C5B9}"/>
          </ac:spMkLst>
        </pc:spChg>
        <pc:picChg chg="add mod">
          <ac:chgData name="Luca Terenzi" userId="84fc0911-cfdc-4e75-8c37-ab8a29f2d44c" providerId="ADAL" clId="{20F998DB-463F-4ED8-B8BC-E0404F8780EA}" dt="2025-09-22T05:51:54.390" v="7144" actId="1076"/>
          <ac:picMkLst>
            <pc:docMk/>
            <pc:sldMk cId="3324797872" sldId="398"/>
            <ac:picMk id="4" creationId="{020E4EBA-E622-9E03-78E3-5782F2D887EA}"/>
          </ac:picMkLst>
        </pc:picChg>
        <pc:picChg chg="add mod">
          <ac:chgData name="Luca Terenzi" userId="84fc0911-cfdc-4e75-8c37-ab8a29f2d44c" providerId="ADAL" clId="{20F998DB-463F-4ED8-B8BC-E0404F8780EA}" dt="2025-09-22T05:51:34.795" v="7135" actId="14100"/>
          <ac:picMkLst>
            <pc:docMk/>
            <pc:sldMk cId="3324797872" sldId="398"/>
            <ac:picMk id="7" creationId="{0B1B85BA-132B-18BA-180A-D78C439F34B1}"/>
          </ac:picMkLst>
        </pc:picChg>
        <pc:picChg chg="add mod">
          <ac:chgData name="Luca Terenzi" userId="84fc0911-cfdc-4e75-8c37-ab8a29f2d44c" providerId="ADAL" clId="{20F998DB-463F-4ED8-B8BC-E0404F8780EA}" dt="2025-09-22T05:51:38.719" v="7137" actId="14100"/>
          <ac:picMkLst>
            <pc:docMk/>
            <pc:sldMk cId="3324797872" sldId="398"/>
            <ac:picMk id="10" creationId="{38C669F7-EF54-5AD5-612B-C1A381C04F6E}"/>
          </ac:picMkLst>
        </pc:picChg>
        <pc:picChg chg="add mod">
          <ac:chgData name="Luca Terenzi" userId="84fc0911-cfdc-4e75-8c37-ab8a29f2d44c" providerId="ADAL" clId="{20F998DB-463F-4ED8-B8BC-E0404F8780EA}" dt="2025-09-22T05:51:59.871" v="7147" actId="1076"/>
          <ac:picMkLst>
            <pc:docMk/>
            <pc:sldMk cId="3324797872" sldId="398"/>
            <ac:picMk id="13" creationId="{F6FB470B-E0C2-64A0-6AB7-AA48D3929E70}"/>
          </ac:picMkLst>
        </pc:picChg>
      </pc:sldChg>
      <pc:sldChg chg="addSp delSp modSp add mod">
        <pc:chgData name="Luca Terenzi" userId="84fc0911-cfdc-4e75-8c37-ab8a29f2d44c" providerId="ADAL" clId="{20F998DB-463F-4ED8-B8BC-E0404F8780EA}" dt="2025-09-22T06:17:47.921" v="7653" actId="13926"/>
        <pc:sldMkLst>
          <pc:docMk/>
          <pc:sldMk cId="2291442983" sldId="399"/>
        </pc:sldMkLst>
        <pc:spChg chg="mod">
          <ac:chgData name="Luca Terenzi" userId="84fc0911-cfdc-4e75-8c37-ab8a29f2d44c" providerId="ADAL" clId="{20F998DB-463F-4ED8-B8BC-E0404F8780EA}" dt="2025-09-22T06:07:56.112" v="7202" actId="20577"/>
          <ac:spMkLst>
            <pc:docMk/>
            <pc:sldMk cId="2291442983" sldId="399"/>
            <ac:spMk id="2" creationId="{BE4BEAB7-9922-5AA1-D2C9-A5315CF92068}"/>
          </ac:spMkLst>
        </pc:spChg>
        <pc:graphicFrameChg chg="add mod modGraphic">
          <ac:chgData name="Luca Terenzi" userId="84fc0911-cfdc-4e75-8c37-ab8a29f2d44c" providerId="ADAL" clId="{20F998DB-463F-4ED8-B8BC-E0404F8780EA}" dt="2025-09-22T06:17:47.921" v="7653" actId="13926"/>
          <ac:graphicFrameMkLst>
            <pc:docMk/>
            <pc:sldMk cId="2291442983" sldId="399"/>
            <ac:graphicFrameMk id="4" creationId="{A151912E-5594-4AD8-7646-82D34A621A02}"/>
          </ac:graphicFrameMkLst>
        </pc:graphicFrameChg>
      </pc:sldChg>
      <pc:sldChg chg="addSp delSp modSp add mod ord">
        <pc:chgData name="Luca Terenzi" userId="84fc0911-cfdc-4e75-8c37-ab8a29f2d44c" providerId="ADAL" clId="{20F998DB-463F-4ED8-B8BC-E0404F8780EA}" dt="2025-09-29T07:17:35.381" v="11032" actId="1076"/>
        <pc:sldMkLst>
          <pc:docMk/>
          <pc:sldMk cId="364299638" sldId="400"/>
        </pc:sldMkLst>
        <pc:spChg chg="mod">
          <ac:chgData name="Luca Terenzi" userId="84fc0911-cfdc-4e75-8c37-ab8a29f2d44c" providerId="ADAL" clId="{20F998DB-463F-4ED8-B8BC-E0404F8780EA}" dt="2025-09-29T07:16:40.625" v="10914" actId="404"/>
          <ac:spMkLst>
            <pc:docMk/>
            <pc:sldMk cId="364299638" sldId="400"/>
            <ac:spMk id="2" creationId="{EA44855C-EA4A-E3DE-3ADF-FEB2DA93B703}"/>
          </ac:spMkLst>
        </pc:spChg>
        <pc:spChg chg="add mod">
          <ac:chgData name="Luca Terenzi" userId="84fc0911-cfdc-4e75-8c37-ab8a29f2d44c" providerId="ADAL" clId="{20F998DB-463F-4ED8-B8BC-E0404F8780EA}" dt="2025-09-29T07:17:35.381" v="11032" actId="1076"/>
          <ac:spMkLst>
            <pc:docMk/>
            <pc:sldMk cId="364299638" sldId="400"/>
            <ac:spMk id="17" creationId="{0A6DDD89-AE7A-068F-2B0D-0C53E1A0DD18}"/>
          </ac:spMkLst>
        </pc:spChg>
        <pc:picChg chg="add mod">
          <ac:chgData name="Luca Terenzi" userId="84fc0911-cfdc-4e75-8c37-ab8a29f2d44c" providerId="ADAL" clId="{20F998DB-463F-4ED8-B8BC-E0404F8780EA}" dt="2025-09-29T07:15:49.083" v="10881" actId="1076"/>
          <ac:picMkLst>
            <pc:docMk/>
            <pc:sldMk cId="364299638" sldId="400"/>
            <ac:picMk id="5" creationId="{13A313A2-B44B-67FD-EAD8-E96D8F8A6A6F}"/>
          </ac:picMkLst>
        </pc:picChg>
        <pc:picChg chg="mod">
          <ac:chgData name="Luca Terenzi" userId="84fc0911-cfdc-4e75-8c37-ab8a29f2d44c" providerId="ADAL" clId="{20F998DB-463F-4ED8-B8BC-E0404F8780EA}" dt="2025-09-29T07:15:56.643" v="10886" actId="1076"/>
          <ac:picMkLst>
            <pc:docMk/>
            <pc:sldMk cId="364299638" sldId="400"/>
            <ac:picMk id="7" creationId="{58B53296-E2EA-00AF-7B22-6C9CA98FCC2D}"/>
          </ac:picMkLst>
        </pc:picChg>
        <pc:picChg chg="add mod">
          <ac:chgData name="Luca Terenzi" userId="84fc0911-cfdc-4e75-8c37-ab8a29f2d44c" providerId="ADAL" clId="{20F998DB-463F-4ED8-B8BC-E0404F8780EA}" dt="2025-09-29T07:15:44.953" v="10878" actId="1076"/>
          <ac:picMkLst>
            <pc:docMk/>
            <pc:sldMk cId="364299638" sldId="400"/>
            <ac:picMk id="8" creationId="{54354B56-A237-CC03-6D5D-5E9C3C2D6FC1}"/>
          </ac:picMkLst>
        </pc:picChg>
        <pc:picChg chg="add mod">
          <ac:chgData name="Luca Terenzi" userId="84fc0911-cfdc-4e75-8c37-ab8a29f2d44c" providerId="ADAL" clId="{20F998DB-463F-4ED8-B8BC-E0404F8780EA}" dt="2025-09-29T07:16:16.888" v="10895" actId="1076"/>
          <ac:picMkLst>
            <pc:docMk/>
            <pc:sldMk cId="364299638" sldId="400"/>
            <ac:picMk id="14" creationId="{E1184FB8-1400-CEE4-5419-B71DB763ABFA}"/>
          </ac:picMkLst>
        </pc:picChg>
        <pc:cxnChg chg="add mod">
          <ac:chgData name="Luca Terenzi" userId="84fc0911-cfdc-4e75-8c37-ab8a29f2d44c" providerId="ADAL" clId="{20F998DB-463F-4ED8-B8BC-E0404F8780EA}" dt="2025-09-29T07:17:28.417" v="11029" actId="1076"/>
          <ac:cxnSpMkLst>
            <pc:docMk/>
            <pc:sldMk cId="364299638" sldId="400"/>
            <ac:cxnSpMk id="15" creationId="{BFA4D2A7-DCE8-D6AE-4372-FDF3CF017B64}"/>
          </ac:cxnSpMkLst>
        </pc:cxnChg>
      </pc:sldChg>
      <pc:sldChg chg="addSp delSp modSp add mod">
        <pc:chgData name="Luca Terenzi" userId="84fc0911-cfdc-4e75-8c37-ab8a29f2d44c" providerId="ADAL" clId="{20F998DB-463F-4ED8-B8BC-E0404F8780EA}" dt="2025-09-29T06:54:15.599" v="8294" actId="1076"/>
        <pc:sldMkLst>
          <pc:docMk/>
          <pc:sldMk cId="3886096467" sldId="401"/>
        </pc:sldMkLst>
        <pc:spChg chg="mod">
          <ac:chgData name="Luca Terenzi" userId="84fc0911-cfdc-4e75-8c37-ab8a29f2d44c" providerId="ADAL" clId="{20F998DB-463F-4ED8-B8BC-E0404F8780EA}" dt="2025-09-29T06:48:24.165" v="7778" actId="20577"/>
          <ac:spMkLst>
            <pc:docMk/>
            <pc:sldMk cId="3886096467" sldId="401"/>
            <ac:spMk id="2" creationId="{03C7E6C2-450C-B0AA-C991-F2D08D20074F}"/>
          </ac:spMkLst>
        </pc:spChg>
        <pc:spChg chg="add mod">
          <ac:chgData name="Luca Terenzi" userId="84fc0911-cfdc-4e75-8c37-ab8a29f2d44c" providerId="ADAL" clId="{20F998DB-463F-4ED8-B8BC-E0404F8780EA}" dt="2025-09-29T06:52:33.074" v="8259" actId="20577"/>
          <ac:spMkLst>
            <pc:docMk/>
            <pc:sldMk cId="3886096467" sldId="401"/>
            <ac:spMk id="5" creationId="{A38E7819-A079-75E0-1FEE-DE8E3234160A}"/>
          </ac:spMkLst>
        </pc:spChg>
        <pc:spChg chg="add mod">
          <ac:chgData name="Luca Terenzi" userId="84fc0911-cfdc-4e75-8c37-ab8a29f2d44c" providerId="ADAL" clId="{20F998DB-463F-4ED8-B8BC-E0404F8780EA}" dt="2025-09-29T06:54:15.599" v="8294" actId="1076"/>
          <ac:spMkLst>
            <pc:docMk/>
            <pc:sldMk cId="3886096467" sldId="401"/>
            <ac:spMk id="12" creationId="{E7705A93-EEA1-1987-AD49-9252706562E8}"/>
          </ac:spMkLst>
        </pc:spChg>
        <pc:picChg chg="add mod modCrop">
          <ac:chgData name="Luca Terenzi" userId="84fc0911-cfdc-4e75-8c37-ab8a29f2d44c" providerId="ADAL" clId="{20F998DB-463F-4ED8-B8BC-E0404F8780EA}" dt="2025-09-29T06:50:20.959" v="7784" actId="1076"/>
          <ac:picMkLst>
            <pc:docMk/>
            <pc:sldMk cId="3886096467" sldId="401"/>
            <ac:picMk id="3" creationId="{C252AEF0-A434-D0AA-5B42-0BDC3E163986}"/>
          </ac:picMkLst>
        </pc:picChg>
        <pc:picChg chg="add mod">
          <ac:chgData name="Luca Terenzi" userId="84fc0911-cfdc-4e75-8c37-ab8a29f2d44c" providerId="ADAL" clId="{20F998DB-463F-4ED8-B8BC-E0404F8780EA}" dt="2025-09-29T06:52:51.943" v="8267" actId="1035"/>
          <ac:picMkLst>
            <pc:docMk/>
            <pc:sldMk cId="3886096467" sldId="401"/>
            <ac:picMk id="6" creationId="{9526916E-5B09-9D33-9A63-36184FF5A47D}"/>
          </ac:picMkLst>
        </pc:picChg>
        <pc:picChg chg="add mod modCrop">
          <ac:chgData name="Luca Terenzi" userId="84fc0911-cfdc-4e75-8c37-ab8a29f2d44c" providerId="ADAL" clId="{20F998DB-463F-4ED8-B8BC-E0404F8780EA}" dt="2025-09-29T06:53:51.645" v="8274" actId="1076"/>
          <ac:picMkLst>
            <pc:docMk/>
            <pc:sldMk cId="3886096467" sldId="401"/>
            <ac:picMk id="8" creationId="{EAF21C59-F4BC-BC81-B5F5-A26B925ABF2B}"/>
          </ac:picMkLst>
        </pc:picChg>
        <pc:cxnChg chg="add">
          <ac:chgData name="Luca Terenzi" userId="84fc0911-cfdc-4e75-8c37-ab8a29f2d44c" providerId="ADAL" clId="{20F998DB-463F-4ED8-B8BC-E0404F8780EA}" dt="2025-09-29T06:54:00.079" v="8275" actId="11529"/>
          <ac:cxnSpMkLst>
            <pc:docMk/>
            <pc:sldMk cId="3886096467" sldId="401"/>
            <ac:cxnSpMk id="11" creationId="{5A605D4B-4F06-D60F-F2DD-AFA427AC220C}"/>
          </ac:cxnSpMkLst>
        </pc:cxnChg>
      </pc:sldChg>
      <pc:sldChg chg="addSp delSp modSp add mod">
        <pc:chgData name="Luca Terenzi" userId="84fc0911-cfdc-4e75-8c37-ab8a29f2d44c" providerId="ADAL" clId="{20F998DB-463F-4ED8-B8BC-E0404F8780EA}" dt="2025-09-29T06:56:14.777" v="9377" actId="1035"/>
        <pc:sldMkLst>
          <pc:docMk/>
          <pc:sldMk cId="3892174068" sldId="402"/>
        </pc:sldMkLst>
        <pc:spChg chg="mod">
          <ac:chgData name="Luca Terenzi" userId="84fc0911-cfdc-4e75-8c37-ab8a29f2d44c" providerId="ADAL" clId="{20F998DB-463F-4ED8-B8BC-E0404F8780EA}" dt="2025-09-29T06:57:27.047" v="8308" actId="20577"/>
          <ac:spMkLst>
            <pc:docMk/>
            <pc:sldMk cId="3892174068" sldId="402"/>
            <ac:spMk id="2" creationId="{71F4669D-FC27-4B2F-B154-73BECF31CA23}"/>
          </ac:spMkLst>
        </pc:spChg>
        <pc:spChg chg="mod">
          <ac:chgData name="Luca Terenzi" userId="84fc0911-cfdc-4e75-8c37-ab8a29f2d44c" providerId="ADAL" clId="{20F998DB-463F-4ED8-B8BC-E0404F8780EA}" dt="2025-09-29T06:56:14.777" v="9377" actId="1035"/>
          <ac:spMkLst>
            <pc:docMk/>
            <pc:sldMk cId="3892174068" sldId="402"/>
            <ac:spMk id="5" creationId="{261C64AB-3458-7C35-B117-3C1628B17B0D}"/>
          </ac:spMkLst>
        </pc:spChg>
        <pc:spChg chg="add mod">
          <ac:chgData name="Luca Terenzi" userId="84fc0911-cfdc-4e75-8c37-ab8a29f2d44c" providerId="ADAL" clId="{20F998DB-463F-4ED8-B8BC-E0404F8780EA}" dt="2025-09-29T06:46:36.120" v="8951" actId="1076"/>
          <ac:spMkLst>
            <pc:docMk/>
            <pc:sldMk cId="3892174068" sldId="402"/>
            <ac:spMk id="6" creationId="{1B666C70-3A2B-A0DB-55BC-D81704A5910F}"/>
          </ac:spMkLst>
        </pc:spChg>
        <pc:spChg chg="add mod">
          <ac:chgData name="Luca Terenzi" userId="84fc0911-cfdc-4e75-8c37-ab8a29f2d44c" providerId="ADAL" clId="{20F998DB-463F-4ED8-B8BC-E0404F8780EA}" dt="2025-09-29T06:52:15.607" v="9176" actId="1076"/>
          <ac:spMkLst>
            <pc:docMk/>
            <pc:sldMk cId="3892174068" sldId="402"/>
            <ac:spMk id="8" creationId="{BF6657C6-B427-C668-F988-2ED7BD3EEB22}"/>
          </ac:spMkLst>
        </pc:spChg>
        <pc:picChg chg="add mod">
          <ac:chgData name="Luca Terenzi" userId="84fc0911-cfdc-4e75-8c37-ab8a29f2d44c" providerId="ADAL" clId="{20F998DB-463F-4ED8-B8BC-E0404F8780EA}" dt="2025-09-29T06:46:31.115" v="8949" actId="1076"/>
          <ac:picMkLst>
            <pc:docMk/>
            <pc:sldMk cId="3892174068" sldId="402"/>
            <ac:picMk id="4" creationId="{D4B91EAC-C5E7-6F9B-5419-37AD77362AA5}"/>
          </ac:picMkLst>
        </pc:picChg>
      </pc:sldChg>
      <pc:sldChg chg="addSp delSp modSp add mod">
        <pc:chgData name="Luca Terenzi" userId="84fc0911-cfdc-4e75-8c37-ab8a29f2d44c" providerId="ADAL" clId="{20F998DB-463F-4ED8-B8BC-E0404F8780EA}" dt="2025-09-29T10:59:07.764" v="11070" actId="1037"/>
        <pc:sldMkLst>
          <pc:docMk/>
          <pc:sldMk cId="1754308367" sldId="403"/>
        </pc:sldMkLst>
        <pc:picChg chg="add mod">
          <ac:chgData name="Luca Terenzi" userId="84fc0911-cfdc-4e75-8c37-ab8a29f2d44c" providerId="ADAL" clId="{20F998DB-463F-4ED8-B8BC-E0404F8780EA}" dt="2025-09-29T06:52:47.176" v="9182" actId="962"/>
          <ac:picMkLst>
            <pc:docMk/>
            <pc:sldMk cId="1754308367" sldId="403"/>
            <ac:picMk id="4" creationId="{C39E6FBB-9E8A-6389-D228-51FB749D2A60}"/>
          </ac:picMkLst>
        </pc:picChg>
        <pc:picChg chg="add mod">
          <ac:chgData name="Luca Terenzi" userId="84fc0911-cfdc-4e75-8c37-ab8a29f2d44c" providerId="ADAL" clId="{20F998DB-463F-4ED8-B8BC-E0404F8780EA}" dt="2025-09-29T06:53:06.786" v="9187" actId="962"/>
          <ac:picMkLst>
            <pc:docMk/>
            <pc:sldMk cId="1754308367" sldId="403"/>
            <ac:picMk id="7" creationId="{ED2CE1F0-71D5-A8D7-ECEF-E565C19F4B02}"/>
          </ac:picMkLst>
        </pc:picChg>
        <pc:picChg chg="add mod">
          <ac:chgData name="Luca Terenzi" userId="84fc0911-cfdc-4e75-8c37-ab8a29f2d44c" providerId="ADAL" clId="{20F998DB-463F-4ED8-B8BC-E0404F8780EA}" dt="2025-09-29T06:54:12.577" v="9218" actId="1036"/>
          <ac:picMkLst>
            <pc:docMk/>
            <pc:sldMk cId="1754308367" sldId="403"/>
            <ac:picMk id="9" creationId="{24AEF581-CA61-2D55-643E-99848CBC106F}"/>
          </ac:picMkLst>
        </pc:picChg>
        <pc:picChg chg="add mod">
          <ac:chgData name="Luca Terenzi" userId="84fc0911-cfdc-4e75-8c37-ab8a29f2d44c" providerId="ADAL" clId="{20F998DB-463F-4ED8-B8BC-E0404F8780EA}" dt="2025-09-29T06:54:12.577" v="9218" actId="1036"/>
          <ac:picMkLst>
            <pc:docMk/>
            <pc:sldMk cId="1754308367" sldId="403"/>
            <ac:picMk id="11" creationId="{38ECD5E2-DEE6-CD3A-E720-8EDDE4540667}"/>
          </ac:picMkLst>
        </pc:picChg>
        <pc:cxnChg chg="add mod">
          <ac:chgData name="Luca Terenzi" userId="84fc0911-cfdc-4e75-8c37-ab8a29f2d44c" providerId="ADAL" clId="{20F998DB-463F-4ED8-B8BC-E0404F8780EA}" dt="2025-09-29T06:54:15.132" v="9232" actId="1036"/>
          <ac:cxnSpMkLst>
            <pc:docMk/>
            <pc:sldMk cId="1754308367" sldId="403"/>
            <ac:cxnSpMk id="13" creationId="{B02187BB-BB28-0902-3AC2-FB2BA52D7F39}"/>
          </ac:cxnSpMkLst>
        </pc:cxnChg>
        <pc:cxnChg chg="add mod">
          <ac:chgData name="Luca Terenzi" userId="84fc0911-cfdc-4e75-8c37-ab8a29f2d44c" providerId="ADAL" clId="{20F998DB-463F-4ED8-B8BC-E0404F8780EA}" dt="2025-09-29T10:59:07.764" v="11070" actId="1037"/>
          <ac:cxnSpMkLst>
            <pc:docMk/>
            <pc:sldMk cId="1754308367" sldId="403"/>
            <ac:cxnSpMk id="17" creationId="{41DE088A-3AF8-4351-AB7A-37F1A42A8B1A}"/>
          </ac:cxnSpMkLst>
        </pc:cxnChg>
      </pc:sldChg>
      <pc:sldChg chg="addSp delSp modSp add mod">
        <pc:chgData name="Luca Terenzi" userId="84fc0911-cfdc-4e75-8c37-ab8a29f2d44c" providerId="ADAL" clId="{20F998DB-463F-4ED8-B8BC-E0404F8780EA}" dt="2025-09-29T07:14:41.293" v="10862"/>
        <pc:sldMkLst>
          <pc:docMk/>
          <pc:sldMk cId="3371726786" sldId="404"/>
        </pc:sldMkLst>
        <pc:spChg chg="mod">
          <ac:chgData name="Luca Terenzi" userId="84fc0911-cfdc-4e75-8c37-ab8a29f2d44c" providerId="ADAL" clId="{20F998DB-463F-4ED8-B8BC-E0404F8780EA}" dt="2025-09-29T07:04:34.239" v="9957" actId="20577"/>
          <ac:spMkLst>
            <pc:docMk/>
            <pc:sldMk cId="3371726786" sldId="404"/>
            <ac:spMk id="2" creationId="{6C22DB81-9A3A-ABE5-71C5-505998408850}"/>
          </ac:spMkLst>
        </pc:spChg>
        <pc:spChg chg="mod">
          <ac:chgData name="Luca Terenzi" userId="84fc0911-cfdc-4e75-8c37-ab8a29f2d44c" providerId="ADAL" clId="{20F998DB-463F-4ED8-B8BC-E0404F8780EA}" dt="2025-09-29T07:10:53.854" v="10836" actId="20577"/>
          <ac:spMkLst>
            <pc:docMk/>
            <pc:sldMk cId="3371726786" sldId="404"/>
            <ac:spMk id="5" creationId="{9A507336-7D0B-DDAC-90CC-0558A91C2C8A}"/>
          </ac:spMkLst>
        </pc:spChg>
        <pc:graphicFrameChg chg="add mod modGraphic">
          <ac:chgData name="Luca Terenzi" userId="84fc0911-cfdc-4e75-8c37-ab8a29f2d44c" providerId="ADAL" clId="{20F998DB-463F-4ED8-B8BC-E0404F8780EA}" dt="2025-09-29T07:14:41.293" v="10862"/>
          <ac:graphicFrameMkLst>
            <pc:docMk/>
            <pc:sldMk cId="3371726786" sldId="404"/>
            <ac:graphicFrameMk id="4" creationId="{999B1A92-1040-3A9F-CD7C-B36CBE35AC96}"/>
          </ac:graphicFrameMkLst>
        </pc:graphicFrameChg>
      </pc:sldChg>
      <pc:sldChg chg="addSp delSp modSp add mod">
        <pc:chgData name="Luca Terenzi" userId="84fc0911-cfdc-4e75-8c37-ab8a29f2d44c" providerId="ADAL" clId="{20F998DB-463F-4ED8-B8BC-E0404F8780EA}" dt="2025-09-29T07:03:56.368" v="9926" actId="14100"/>
        <pc:sldMkLst>
          <pc:docMk/>
          <pc:sldMk cId="1557993150" sldId="405"/>
        </pc:sldMkLst>
        <pc:spChg chg="mod">
          <ac:chgData name="Luca Terenzi" userId="84fc0911-cfdc-4e75-8c37-ab8a29f2d44c" providerId="ADAL" clId="{20F998DB-463F-4ED8-B8BC-E0404F8780EA}" dt="2025-09-29T07:03:52.391" v="9925" actId="20577"/>
          <ac:spMkLst>
            <pc:docMk/>
            <pc:sldMk cId="1557993150" sldId="405"/>
            <ac:spMk id="2" creationId="{028657E3-44B9-97B7-7373-3A73C115DE8B}"/>
          </ac:spMkLst>
        </pc:spChg>
        <pc:picChg chg="add mod">
          <ac:chgData name="Luca Terenzi" userId="84fc0911-cfdc-4e75-8c37-ab8a29f2d44c" providerId="ADAL" clId="{20F998DB-463F-4ED8-B8BC-E0404F8780EA}" dt="2025-09-29T06:54:40.690" v="9245" actId="1076"/>
          <ac:picMkLst>
            <pc:docMk/>
            <pc:sldMk cId="1557993150" sldId="405"/>
            <ac:picMk id="5" creationId="{6A5FF895-90CC-2416-170D-E5F4CACA681E}"/>
          </ac:picMkLst>
        </pc:picChg>
        <pc:picChg chg="add mod">
          <ac:chgData name="Luca Terenzi" userId="84fc0911-cfdc-4e75-8c37-ab8a29f2d44c" providerId="ADAL" clId="{20F998DB-463F-4ED8-B8BC-E0404F8780EA}" dt="2025-09-29T06:54:52.450" v="9250" actId="1076"/>
          <ac:picMkLst>
            <pc:docMk/>
            <pc:sldMk cId="1557993150" sldId="405"/>
            <ac:picMk id="8" creationId="{8AE1647E-B87E-B598-EF5D-2ADCD0A521CD}"/>
          </ac:picMkLst>
        </pc:picChg>
        <pc:picChg chg="add mod">
          <ac:chgData name="Luca Terenzi" userId="84fc0911-cfdc-4e75-8c37-ab8a29f2d44c" providerId="ADAL" clId="{20F998DB-463F-4ED8-B8BC-E0404F8780EA}" dt="2025-09-29T06:55:15.295" v="9255" actId="1076"/>
          <ac:picMkLst>
            <pc:docMk/>
            <pc:sldMk cId="1557993150" sldId="405"/>
            <ac:picMk id="12" creationId="{0AFF01D7-4706-02F7-B035-473D7BB45898}"/>
          </ac:picMkLst>
        </pc:picChg>
        <pc:picChg chg="add mod">
          <ac:chgData name="Luca Terenzi" userId="84fc0911-cfdc-4e75-8c37-ab8a29f2d44c" providerId="ADAL" clId="{20F998DB-463F-4ED8-B8BC-E0404F8780EA}" dt="2025-09-29T06:55:33.474" v="9262" actId="1076"/>
          <ac:picMkLst>
            <pc:docMk/>
            <pc:sldMk cId="1557993150" sldId="405"/>
            <ac:picMk id="16" creationId="{EEA28328-B102-EE50-C8AD-E32E41623D4D}"/>
          </ac:picMkLst>
        </pc:picChg>
        <pc:cxnChg chg="mod">
          <ac:chgData name="Luca Terenzi" userId="84fc0911-cfdc-4e75-8c37-ab8a29f2d44c" providerId="ADAL" clId="{20F998DB-463F-4ED8-B8BC-E0404F8780EA}" dt="2025-09-29T07:03:56.368" v="9926" actId="14100"/>
          <ac:cxnSpMkLst>
            <pc:docMk/>
            <pc:sldMk cId="1557993150" sldId="405"/>
            <ac:cxnSpMk id="14" creationId="{F1199B43-352B-AEF5-E76F-D936E3778331}"/>
          </ac:cxnSpMkLst>
        </pc:cxnChg>
      </pc:sldChg>
      <pc:sldChg chg="addSp delSp modSp add mod">
        <pc:chgData name="Luca Terenzi" userId="84fc0911-cfdc-4e75-8c37-ab8a29f2d44c" providerId="ADAL" clId="{20F998DB-463F-4ED8-B8BC-E0404F8780EA}" dt="2025-09-29T06:59:19.628" v="9473" actId="14100"/>
        <pc:sldMkLst>
          <pc:docMk/>
          <pc:sldMk cId="697536130" sldId="406"/>
        </pc:sldMkLst>
        <pc:spChg chg="mod">
          <ac:chgData name="Luca Terenzi" userId="84fc0911-cfdc-4e75-8c37-ab8a29f2d44c" providerId="ADAL" clId="{20F998DB-463F-4ED8-B8BC-E0404F8780EA}" dt="2025-09-29T06:59:16.527" v="9472" actId="20577"/>
          <ac:spMkLst>
            <pc:docMk/>
            <pc:sldMk cId="697536130" sldId="406"/>
            <ac:spMk id="2" creationId="{FD3BEF0C-21A4-3921-8781-B47B877528FF}"/>
          </ac:spMkLst>
        </pc:spChg>
        <pc:picChg chg="add mod modCrop">
          <ac:chgData name="Luca Terenzi" userId="84fc0911-cfdc-4e75-8c37-ab8a29f2d44c" providerId="ADAL" clId="{20F998DB-463F-4ED8-B8BC-E0404F8780EA}" dt="2025-09-29T06:57:42.475" v="9406" actId="1076"/>
          <ac:picMkLst>
            <pc:docMk/>
            <pc:sldMk cId="697536130" sldId="406"/>
            <ac:picMk id="4" creationId="{B24E56BB-E7AA-ED95-F8CF-11C777516E52}"/>
          </ac:picMkLst>
        </pc:picChg>
        <pc:picChg chg="add mod modCrop">
          <ac:chgData name="Luca Terenzi" userId="84fc0911-cfdc-4e75-8c37-ab8a29f2d44c" providerId="ADAL" clId="{20F998DB-463F-4ED8-B8BC-E0404F8780EA}" dt="2025-09-29T06:57:58.673" v="9416" actId="14100"/>
          <ac:picMkLst>
            <pc:docMk/>
            <pc:sldMk cId="697536130" sldId="406"/>
            <ac:picMk id="7" creationId="{5614CE44-B405-AB2B-CDFF-E506ABB9E2D3}"/>
          </ac:picMkLst>
        </pc:picChg>
        <pc:picChg chg="add mod modCrop">
          <ac:chgData name="Luca Terenzi" userId="84fc0911-cfdc-4e75-8c37-ab8a29f2d44c" providerId="ADAL" clId="{20F998DB-463F-4ED8-B8BC-E0404F8780EA}" dt="2025-09-29T06:57:41.421" v="9405" actId="1076"/>
          <ac:picMkLst>
            <pc:docMk/>
            <pc:sldMk cId="697536130" sldId="406"/>
            <ac:picMk id="11" creationId="{3368AFB2-2639-8290-CB14-7E79D9071300}"/>
          </ac:picMkLst>
        </pc:picChg>
        <pc:picChg chg="add mod modCrop">
          <ac:chgData name="Luca Terenzi" userId="84fc0911-cfdc-4e75-8c37-ab8a29f2d44c" providerId="ADAL" clId="{20F998DB-463F-4ED8-B8BC-E0404F8780EA}" dt="2025-09-29T06:57:56.792" v="9415" actId="1076"/>
          <ac:picMkLst>
            <pc:docMk/>
            <pc:sldMk cId="697536130" sldId="406"/>
            <ac:picMk id="17" creationId="{F4B52D96-C1CF-5242-1A25-46505CCE6D2E}"/>
          </ac:picMkLst>
        </pc:picChg>
        <pc:cxnChg chg="add mod">
          <ac:chgData name="Luca Terenzi" userId="84fc0911-cfdc-4e75-8c37-ab8a29f2d44c" providerId="ADAL" clId="{20F998DB-463F-4ED8-B8BC-E0404F8780EA}" dt="2025-09-29T06:57:29.843" v="9399"/>
          <ac:cxnSpMkLst>
            <pc:docMk/>
            <pc:sldMk cId="697536130" sldId="406"/>
            <ac:cxnSpMk id="9" creationId="{754B9582-916F-5DB5-60DD-4024C896BE96}"/>
          </ac:cxnSpMkLst>
        </pc:cxnChg>
        <pc:cxnChg chg="mod">
          <ac:chgData name="Luca Terenzi" userId="84fc0911-cfdc-4e75-8c37-ab8a29f2d44c" providerId="ADAL" clId="{20F998DB-463F-4ED8-B8BC-E0404F8780EA}" dt="2025-09-29T06:59:19.628" v="9473" actId="14100"/>
          <ac:cxnSpMkLst>
            <pc:docMk/>
            <pc:sldMk cId="697536130" sldId="406"/>
            <ac:cxnSpMk id="14" creationId="{AAC27652-E09B-E9B7-D678-B9DC8E443E73}"/>
          </ac:cxnSpMkLst>
        </pc:cxnChg>
      </pc:sldChg>
      <pc:sldChg chg="addSp modSp add mod ord">
        <pc:chgData name="Luca Terenzi" userId="84fc0911-cfdc-4e75-8c37-ab8a29f2d44c" providerId="ADAL" clId="{20F998DB-463F-4ED8-B8BC-E0404F8780EA}" dt="2025-09-29T07:03:26.897" v="9901"/>
        <pc:sldMkLst>
          <pc:docMk/>
          <pc:sldMk cId="2849037547" sldId="408"/>
        </pc:sldMkLst>
        <pc:spChg chg="add mod">
          <ac:chgData name="Luca Terenzi" userId="84fc0911-cfdc-4e75-8c37-ab8a29f2d44c" providerId="ADAL" clId="{20F998DB-463F-4ED8-B8BC-E0404F8780EA}" dt="2025-09-29T07:02:05.071" v="9899" actId="20577"/>
          <ac:spMkLst>
            <pc:docMk/>
            <pc:sldMk cId="2849037547" sldId="408"/>
            <ac:spMk id="3" creationId="{9C088D91-3D4A-669F-316E-8118EBAEA8E2}"/>
          </ac:spMkLst>
        </pc:spChg>
        <pc:spChg chg="mod">
          <ac:chgData name="Luca Terenzi" userId="84fc0911-cfdc-4e75-8c37-ab8a29f2d44c" providerId="ADAL" clId="{20F998DB-463F-4ED8-B8BC-E0404F8780EA}" dt="2025-09-29T07:01:20.799" v="9794" actId="113"/>
          <ac:spMkLst>
            <pc:docMk/>
            <pc:sldMk cId="2849037547" sldId="408"/>
            <ac:spMk id="16" creationId="{2C0ED39A-AE0F-1A08-05E2-CBCE10A456F9}"/>
          </ac:spMkLst>
        </pc:spChg>
        <pc:picChg chg="mod">
          <ac:chgData name="Luca Terenzi" userId="84fc0911-cfdc-4e75-8c37-ab8a29f2d44c" providerId="ADAL" clId="{20F998DB-463F-4ED8-B8BC-E0404F8780EA}" dt="2025-09-29T07:01:06.755" v="9765" actId="1036"/>
          <ac:picMkLst>
            <pc:docMk/>
            <pc:sldMk cId="2849037547" sldId="408"/>
            <ac:picMk id="5" creationId="{57AD2EE1-5C02-4F78-5118-287074AA4D53}"/>
          </ac:picMkLst>
        </pc:picChg>
        <pc:picChg chg="mod">
          <ac:chgData name="Luca Terenzi" userId="84fc0911-cfdc-4e75-8c37-ab8a29f2d44c" providerId="ADAL" clId="{20F998DB-463F-4ED8-B8BC-E0404F8780EA}" dt="2025-09-29T07:01:09.731" v="9787" actId="1035"/>
          <ac:picMkLst>
            <pc:docMk/>
            <pc:sldMk cId="2849037547" sldId="408"/>
            <ac:picMk id="8" creationId="{FD17FFD5-4562-2C2A-A0BD-CE02BE450A84}"/>
          </ac:picMkLst>
        </pc:picChg>
        <pc:picChg chg="mod">
          <ac:chgData name="Luca Terenzi" userId="84fc0911-cfdc-4e75-8c37-ab8a29f2d44c" providerId="ADAL" clId="{20F998DB-463F-4ED8-B8BC-E0404F8780EA}" dt="2025-09-29T07:01:25.237" v="9813" actId="1036"/>
          <ac:picMkLst>
            <pc:docMk/>
            <pc:sldMk cId="2849037547" sldId="408"/>
            <ac:picMk id="12" creationId="{3AA2C747-3468-0E9A-68A9-681920E4FA1A}"/>
          </ac:picMkLst>
        </pc:picChg>
        <pc:picChg chg="mod">
          <ac:chgData name="Luca Terenzi" userId="84fc0911-cfdc-4e75-8c37-ab8a29f2d44c" providerId="ADAL" clId="{20F998DB-463F-4ED8-B8BC-E0404F8780EA}" dt="2025-09-29T07:01:40.181" v="9846" actId="1076"/>
          <ac:picMkLst>
            <pc:docMk/>
            <pc:sldMk cId="2849037547" sldId="408"/>
            <ac:picMk id="15" creationId="{0761CE53-20A2-7FDD-58DF-EAD10897C35E}"/>
          </ac:picMkLst>
        </pc:picChg>
      </pc:sldChg>
    </pc:docChg>
  </pc:docChgLst>
  <pc:docChgLst>
    <pc:chgData name="Luca Terenzi" userId="S::lucat@ug.kth.se::84fc0911-cfdc-4e75-8c37-ab8a29f2d44c" providerId="AD" clId="Web-{024BC66F-9DCB-280F-4C9C-5023785D63FB}"/>
    <pc:docChg chg="modSld">
      <pc:chgData name="Luca Terenzi" userId="S::lucat@ug.kth.se::84fc0911-cfdc-4e75-8c37-ab8a29f2d44c" providerId="AD" clId="Web-{024BC66F-9DCB-280F-4C9C-5023785D63FB}" dt="2025-10-21T07:31:36.018" v="0"/>
      <pc:docMkLst>
        <pc:docMk/>
      </pc:docMkLst>
      <pc:sldChg chg="modSp">
        <pc:chgData name="Luca Terenzi" userId="S::lucat@ug.kth.se::84fc0911-cfdc-4e75-8c37-ab8a29f2d44c" providerId="AD" clId="Web-{024BC66F-9DCB-280F-4C9C-5023785D63FB}" dt="2025-10-21T07:31:36.018" v="0"/>
        <pc:sldMkLst>
          <pc:docMk/>
          <pc:sldMk cId="3371726786" sldId="404"/>
        </pc:sldMkLst>
        <pc:graphicFrameChg chg="modGraphic">
          <ac:chgData name="Luca Terenzi" userId="S::lucat@ug.kth.se::84fc0911-cfdc-4e75-8c37-ab8a29f2d44c" providerId="AD" clId="Web-{024BC66F-9DCB-280F-4C9C-5023785D63FB}" dt="2025-10-21T07:31:36.018" v="0"/>
          <ac:graphicFrameMkLst>
            <pc:docMk/>
            <pc:sldMk cId="3371726786" sldId="404"/>
            <ac:graphicFrameMk id="4" creationId="{999B1A92-1040-3A9F-CD7C-B36CBE35AC96}"/>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B7D762-8814-419D-87DA-44CF1B49AEB3}" type="datetimeFigureOut">
              <a:rPr lang="en-SE" smtClean="0"/>
              <a:t>10/21/2025</a:t>
            </a:fld>
            <a:endParaRPr lang="en-S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6E03E7-9003-4F67-A502-E9F487806621}" type="slidenum">
              <a:rPr lang="en-SE" smtClean="0"/>
              <a:t>‹#›</a:t>
            </a:fld>
            <a:endParaRPr lang="en-SE"/>
          </a:p>
        </p:txBody>
      </p:sp>
    </p:spTree>
    <p:extLst>
      <p:ext uri="{BB962C8B-B14F-4D97-AF65-F5344CB8AC3E}">
        <p14:creationId xmlns:p14="http://schemas.microsoft.com/office/powerpoint/2010/main" val="38499887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12A10-8617-697F-5527-9AB0E97121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9B79BE-9DDC-1457-0342-D9E3909555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A46B57-AE91-5D33-9DEF-F9DE101C2E8E}"/>
              </a:ext>
            </a:extLst>
          </p:cNvPr>
          <p:cNvSpPr>
            <a:spLocks noGrp="1"/>
          </p:cNvSpPr>
          <p:nvPr>
            <p:ph type="body" idx="1"/>
          </p:nvPr>
        </p:nvSpPr>
        <p:spPr/>
        <p:txBody>
          <a:bodyPr/>
          <a:lstStyle/>
          <a:p>
            <a:endParaRPr lang="en-SE" dirty="0"/>
          </a:p>
        </p:txBody>
      </p:sp>
      <p:sp>
        <p:nvSpPr>
          <p:cNvPr id="4" name="Slide Number Placeholder 3">
            <a:extLst>
              <a:ext uri="{FF2B5EF4-FFF2-40B4-BE49-F238E27FC236}">
                <a16:creationId xmlns:a16="http://schemas.microsoft.com/office/drawing/2014/main" id="{13C2115F-9DEB-0CAA-F02F-13843E4DD808}"/>
              </a:ext>
            </a:extLst>
          </p:cNvPr>
          <p:cNvSpPr>
            <a:spLocks noGrp="1"/>
          </p:cNvSpPr>
          <p:nvPr>
            <p:ph type="sldNum" sz="quarter" idx="5"/>
          </p:nvPr>
        </p:nvSpPr>
        <p:spPr/>
        <p:txBody>
          <a:bodyPr/>
          <a:lstStyle/>
          <a:p>
            <a:fld id="{496E03E7-9003-4F67-A502-E9F487806621}" type="slidenum">
              <a:rPr lang="en-SE" smtClean="0"/>
              <a:t>1</a:t>
            </a:fld>
            <a:endParaRPr lang="en-SE"/>
          </a:p>
        </p:txBody>
      </p:sp>
    </p:spTree>
    <p:extLst>
      <p:ext uri="{BB962C8B-B14F-4D97-AF65-F5344CB8AC3E}">
        <p14:creationId xmlns:p14="http://schemas.microsoft.com/office/powerpoint/2010/main" val="41803666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4205E-B5E7-B9D9-2C0F-49199FA423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7E92CC-5C95-C104-F8F1-0BC7EDFFA3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457509-432B-90E1-725E-405C0F6BA79F}"/>
              </a:ext>
            </a:extLst>
          </p:cNvPr>
          <p:cNvSpPr>
            <a:spLocks noGrp="1"/>
          </p:cNvSpPr>
          <p:nvPr>
            <p:ph type="body" idx="1"/>
          </p:nvPr>
        </p:nvSpPr>
        <p:spPr/>
        <p:txBody>
          <a:bodyPr/>
          <a:lstStyle/>
          <a:p>
            <a:endParaRPr lang="en-SE" dirty="0"/>
          </a:p>
        </p:txBody>
      </p:sp>
      <p:sp>
        <p:nvSpPr>
          <p:cNvPr id="4" name="Slide Number Placeholder 3">
            <a:extLst>
              <a:ext uri="{FF2B5EF4-FFF2-40B4-BE49-F238E27FC236}">
                <a16:creationId xmlns:a16="http://schemas.microsoft.com/office/drawing/2014/main" id="{4A5C8523-E4D6-BEC1-A0B3-0396FE8FB672}"/>
              </a:ext>
            </a:extLst>
          </p:cNvPr>
          <p:cNvSpPr>
            <a:spLocks noGrp="1"/>
          </p:cNvSpPr>
          <p:nvPr>
            <p:ph type="sldNum" sz="quarter" idx="5"/>
          </p:nvPr>
        </p:nvSpPr>
        <p:spPr/>
        <p:txBody>
          <a:bodyPr/>
          <a:lstStyle/>
          <a:p>
            <a:fld id="{496E03E7-9003-4F67-A502-E9F487806621}" type="slidenum">
              <a:rPr lang="en-SE" smtClean="0"/>
              <a:t>2</a:t>
            </a:fld>
            <a:endParaRPr lang="en-SE"/>
          </a:p>
        </p:txBody>
      </p:sp>
    </p:spTree>
    <p:extLst>
      <p:ext uri="{BB962C8B-B14F-4D97-AF65-F5344CB8AC3E}">
        <p14:creationId xmlns:p14="http://schemas.microsoft.com/office/powerpoint/2010/main" val="35038541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79255-679F-F937-965F-3D2C872ECE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F32AA5-70F5-BA3A-37FE-0AFC65A7B0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B3CDD7-DB19-2FDB-1345-97B64FBAFC0E}"/>
              </a:ext>
            </a:extLst>
          </p:cNvPr>
          <p:cNvSpPr>
            <a:spLocks noGrp="1"/>
          </p:cNvSpPr>
          <p:nvPr>
            <p:ph type="body" idx="1"/>
          </p:nvPr>
        </p:nvSpPr>
        <p:spPr/>
        <p:txBody>
          <a:bodyPr/>
          <a:lstStyle/>
          <a:p>
            <a:endParaRPr lang="en-SE" dirty="0"/>
          </a:p>
        </p:txBody>
      </p:sp>
      <p:sp>
        <p:nvSpPr>
          <p:cNvPr id="4" name="Slide Number Placeholder 3">
            <a:extLst>
              <a:ext uri="{FF2B5EF4-FFF2-40B4-BE49-F238E27FC236}">
                <a16:creationId xmlns:a16="http://schemas.microsoft.com/office/drawing/2014/main" id="{2F7527B0-DA16-4B63-1AAC-EF2900C22E4A}"/>
              </a:ext>
            </a:extLst>
          </p:cNvPr>
          <p:cNvSpPr>
            <a:spLocks noGrp="1"/>
          </p:cNvSpPr>
          <p:nvPr>
            <p:ph type="sldNum" sz="quarter" idx="5"/>
          </p:nvPr>
        </p:nvSpPr>
        <p:spPr/>
        <p:txBody>
          <a:bodyPr/>
          <a:lstStyle/>
          <a:p>
            <a:fld id="{496E03E7-9003-4F67-A502-E9F487806621}" type="slidenum">
              <a:rPr lang="en-SE" smtClean="0"/>
              <a:t>3</a:t>
            </a:fld>
            <a:endParaRPr lang="en-SE"/>
          </a:p>
        </p:txBody>
      </p:sp>
    </p:spTree>
    <p:extLst>
      <p:ext uri="{BB962C8B-B14F-4D97-AF65-F5344CB8AC3E}">
        <p14:creationId xmlns:p14="http://schemas.microsoft.com/office/powerpoint/2010/main" val="22309096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A0541-0CF4-D0A3-B337-825B15C86E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636142-AD49-F905-8804-1258933C63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3A3CB2-5078-7FD1-AD78-FEABB7C7DCCE}"/>
              </a:ext>
            </a:extLst>
          </p:cNvPr>
          <p:cNvSpPr>
            <a:spLocks noGrp="1"/>
          </p:cNvSpPr>
          <p:nvPr>
            <p:ph type="body" idx="1"/>
          </p:nvPr>
        </p:nvSpPr>
        <p:spPr/>
        <p:txBody>
          <a:bodyPr/>
          <a:lstStyle/>
          <a:p>
            <a:endParaRPr lang="en-SE" dirty="0"/>
          </a:p>
        </p:txBody>
      </p:sp>
      <p:sp>
        <p:nvSpPr>
          <p:cNvPr id="4" name="Slide Number Placeholder 3">
            <a:extLst>
              <a:ext uri="{FF2B5EF4-FFF2-40B4-BE49-F238E27FC236}">
                <a16:creationId xmlns:a16="http://schemas.microsoft.com/office/drawing/2014/main" id="{2A8927C7-FB03-9B21-4253-4069F333233B}"/>
              </a:ext>
            </a:extLst>
          </p:cNvPr>
          <p:cNvSpPr>
            <a:spLocks noGrp="1"/>
          </p:cNvSpPr>
          <p:nvPr>
            <p:ph type="sldNum" sz="quarter" idx="5"/>
          </p:nvPr>
        </p:nvSpPr>
        <p:spPr/>
        <p:txBody>
          <a:bodyPr/>
          <a:lstStyle/>
          <a:p>
            <a:fld id="{496E03E7-9003-4F67-A502-E9F487806621}" type="slidenum">
              <a:rPr lang="en-SE" smtClean="0"/>
              <a:t>4</a:t>
            </a:fld>
            <a:endParaRPr lang="en-SE"/>
          </a:p>
        </p:txBody>
      </p:sp>
    </p:spTree>
    <p:extLst>
      <p:ext uri="{BB962C8B-B14F-4D97-AF65-F5344CB8AC3E}">
        <p14:creationId xmlns:p14="http://schemas.microsoft.com/office/powerpoint/2010/main" val="34832169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D7303-E815-C29D-F19F-9172D88BE8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C2663-E6BF-3106-3EFC-4849CDE01B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5426DE-B4A6-6484-5AE8-71BAB2F01475}"/>
              </a:ext>
            </a:extLst>
          </p:cNvPr>
          <p:cNvSpPr>
            <a:spLocks noGrp="1"/>
          </p:cNvSpPr>
          <p:nvPr>
            <p:ph type="body" idx="1"/>
          </p:nvPr>
        </p:nvSpPr>
        <p:spPr/>
        <p:txBody>
          <a:bodyPr/>
          <a:lstStyle/>
          <a:p>
            <a:endParaRPr lang="en-SE" dirty="0"/>
          </a:p>
        </p:txBody>
      </p:sp>
      <p:sp>
        <p:nvSpPr>
          <p:cNvPr id="4" name="Slide Number Placeholder 3">
            <a:extLst>
              <a:ext uri="{FF2B5EF4-FFF2-40B4-BE49-F238E27FC236}">
                <a16:creationId xmlns:a16="http://schemas.microsoft.com/office/drawing/2014/main" id="{A9D9CA1B-B0D0-9821-186F-EA6FE27F7A63}"/>
              </a:ext>
            </a:extLst>
          </p:cNvPr>
          <p:cNvSpPr>
            <a:spLocks noGrp="1"/>
          </p:cNvSpPr>
          <p:nvPr>
            <p:ph type="sldNum" sz="quarter" idx="5"/>
          </p:nvPr>
        </p:nvSpPr>
        <p:spPr/>
        <p:txBody>
          <a:bodyPr/>
          <a:lstStyle/>
          <a:p>
            <a:fld id="{496E03E7-9003-4F67-A502-E9F487806621}" type="slidenum">
              <a:rPr lang="en-SE" smtClean="0"/>
              <a:t>5</a:t>
            </a:fld>
            <a:endParaRPr lang="en-SE"/>
          </a:p>
        </p:txBody>
      </p:sp>
    </p:spTree>
    <p:extLst>
      <p:ext uri="{BB962C8B-B14F-4D97-AF65-F5344CB8AC3E}">
        <p14:creationId xmlns:p14="http://schemas.microsoft.com/office/powerpoint/2010/main" val="27190204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37A88-8505-4234-4946-DC0DF534C6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6239B5-E70B-3A73-E349-1B8638869B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F2EF6E-7FAC-A489-2657-7D2E6530E073}"/>
              </a:ext>
            </a:extLst>
          </p:cNvPr>
          <p:cNvSpPr>
            <a:spLocks noGrp="1"/>
          </p:cNvSpPr>
          <p:nvPr>
            <p:ph type="body" idx="1"/>
          </p:nvPr>
        </p:nvSpPr>
        <p:spPr/>
        <p:txBody>
          <a:bodyPr/>
          <a:lstStyle/>
          <a:p>
            <a:endParaRPr lang="en-SE" dirty="0"/>
          </a:p>
        </p:txBody>
      </p:sp>
      <p:sp>
        <p:nvSpPr>
          <p:cNvPr id="4" name="Slide Number Placeholder 3">
            <a:extLst>
              <a:ext uri="{FF2B5EF4-FFF2-40B4-BE49-F238E27FC236}">
                <a16:creationId xmlns:a16="http://schemas.microsoft.com/office/drawing/2014/main" id="{30F02915-855E-7608-B099-13BB8C21F7BD}"/>
              </a:ext>
            </a:extLst>
          </p:cNvPr>
          <p:cNvSpPr>
            <a:spLocks noGrp="1"/>
          </p:cNvSpPr>
          <p:nvPr>
            <p:ph type="sldNum" sz="quarter" idx="5"/>
          </p:nvPr>
        </p:nvSpPr>
        <p:spPr/>
        <p:txBody>
          <a:bodyPr/>
          <a:lstStyle/>
          <a:p>
            <a:fld id="{496E03E7-9003-4F67-A502-E9F487806621}" type="slidenum">
              <a:rPr lang="en-SE" smtClean="0"/>
              <a:t>6</a:t>
            </a:fld>
            <a:endParaRPr lang="en-SE"/>
          </a:p>
        </p:txBody>
      </p:sp>
    </p:spTree>
    <p:extLst>
      <p:ext uri="{BB962C8B-B14F-4D97-AF65-F5344CB8AC3E}">
        <p14:creationId xmlns:p14="http://schemas.microsoft.com/office/powerpoint/2010/main" val="8596379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A169D-4933-3243-88BD-C6712979A6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55E1C3-80D0-C850-E3F7-46DE117785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245C01-5439-2D0E-1EAC-C8E85BAE4E62}"/>
              </a:ext>
            </a:extLst>
          </p:cNvPr>
          <p:cNvSpPr>
            <a:spLocks noGrp="1"/>
          </p:cNvSpPr>
          <p:nvPr>
            <p:ph type="body" idx="1"/>
          </p:nvPr>
        </p:nvSpPr>
        <p:spPr/>
        <p:txBody>
          <a:bodyPr/>
          <a:lstStyle/>
          <a:p>
            <a:endParaRPr lang="en-SE" dirty="0"/>
          </a:p>
        </p:txBody>
      </p:sp>
      <p:sp>
        <p:nvSpPr>
          <p:cNvPr id="4" name="Slide Number Placeholder 3">
            <a:extLst>
              <a:ext uri="{FF2B5EF4-FFF2-40B4-BE49-F238E27FC236}">
                <a16:creationId xmlns:a16="http://schemas.microsoft.com/office/drawing/2014/main" id="{F61117CD-164E-FD4B-F8AA-21A691E53DE8}"/>
              </a:ext>
            </a:extLst>
          </p:cNvPr>
          <p:cNvSpPr>
            <a:spLocks noGrp="1"/>
          </p:cNvSpPr>
          <p:nvPr>
            <p:ph type="sldNum" sz="quarter" idx="5"/>
          </p:nvPr>
        </p:nvSpPr>
        <p:spPr/>
        <p:txBody>
          <a:bodyPr/>
          <a:lstStyle/>
          <a:p>
            <a:fld id="{496E03E7-9003-4F67-A502-E9F487806621}" type="slidenum">
              <a:rPr lang="en-SE" smtClean="0"/>
              <a:t>7</a:t>
            </a:fld>
            <a:endParaRPr lang="en-SE"/>
          </a:p>
        </p:txBody>
      </p:sp>
    </p:spTree>
    <p:extLst>
      <p:ext uri="{BB962C8B-B14F-4D97-AF65-F5344CB8AC3E}">
        <p14:creationId xmlns:p14="http://schemas.microsoft.com/office/powerpoint/2010/main" val="33326926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9412F-1459-69DB-929A-2EEEC4BDBB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35D69F-33DC-3429-5D17-827B4A8BAE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2CC21E-BFA6-E6E9-6846-65E6C226A314}"/>
              </a:ext>
            </a:extLst>
          </p:cNvPr>
          <p:cNvSpPr>
            <a:spLocks noGrp="1"/>
          </p:cNvSpPr>
          <p:nvPr>
            <p:ph type="body" idx="1"/>
          </p:nvPr>
        </p:nvSpPr>
        <p:spPr/>
        <p:txBody>
          <a:bodyPr/>
          <a:lstStyle/>
          <a:p>
            <a:endParaRPr lang="en-SE" dirty="0"/>
          </a:p>
        </p:txBody>
      </p:sp>
      <p:sp>
        <p:nvSpPr>
          <p:cNvPr id="4" name="Slide Number Placeholder 3">
            <a:extLst>
              <a:ext uri="{FF2B5EF4-FFF2-40B4-BE49-F238E27FC236}">
                <a16:creationId xmlns:a16="http://schemas.microsoft.com/office/drawing/2014/main" id="{7AF4D855-9827-8071-1CA7-D9CF8108808C}"/>
              </a:ext>
            </a:extLst>
          </p:cNvPr>
          <p:cNvSpPr>
            <a:spLocks noGrp="1"/>
          </p:cNvSpPr>
          <p:nvPr>
            <p:ph type="sldNum" sz="quarter" idx="5"/>
          </p:nvPr>
        </p:nvSpPr>
        <p:spPr/>
        <p:txBody>
          <a:bodyPr/>
          <a:lstStyle/>
          <a:p>
            <a:fld id="{496E03E7-9003-4F67-A502-E9F487806621}" type="slidenum">
              <a:rPr lang="en-SE" smtClean="0"/>
              <a:t>8</a:t>
            </a:fld>
            <a:endParaRPr lang="en-SE"/>
          </a:p>
        </p:txBody>
      </p:sp>
    </p:spTree>
    <p:extLst>
      <p:ext uri="{BB962C8B-B14F-4D97-AF65-F5344CB8AC3E}">
        <p14:creationId xmlns:p14="http://schemas.microsoft.com/office/powerpoint/2010/main" val="25058509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BC8C5-FFF6-A568-9080-4B396BBBBD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2A69F3-B50F-3C72-CF47-21487040F4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B0F1C1-F482-67E2-C031-BA99834F8022}"/>
              </a:ext>
            </a:extLst>
          </p:cNvPr>
          <p:cNvSpPr>
            <a:spLocks noGrp="1"/>
          </p:cNvSpPr>
          <p:nvPr>
            <p:ph type="body" idx="1"/>
          </p:nvPr>
        </p:nvSpPr>
        <p:spPr/>
        <p:txBody>
          <a:bodyPr/>
          <a:lstStyle/>
          <a:p>
            <a:endParaRPr lang="en-SE" dirty="0"/>
          </a:p>
        </p:txBody>
      </p:sp>
      <p:sp>
        <p:nvSpPr>
          <p:cNvPr id="4" name="Slide Number Placeholder 3">
            <a:extLst>
              <a:ext uri="{FF2B5EF4-FFF2-40B4-BE49-F238E27FC236}">
                <a16:creationId xmlns:a16="http://schemas.microsoft.com/office/drawing/2014/main" id="{2784333D-8DDF-6B53-1FF5-98C9F36C373B}"/>
              </a:ext>
            </a:extLst>
          </p:cNvPr>
          <p:cNvSpPr>
            <a:spLocks noGrp="1"/>
          </p:cNvSpPr>
          <p:nvPr>
            <p:ph type="sldNum" sz="quarter" idx="5"/>
          </p:nvPr>
        </p:nvSpPr>
        <p:spPr/>
        <p:txBody>
          <a:bodyPr/>
          <a:lstStyle/>
          <a:p>
            <a:fld id="{496E03E7-9003-4F67-A502-E9F487806621}" type="slidenum">
              <a:rPr lang="en-SE" smtClean="0"/>
              <a:t>9</a:t>
            </a:fld>
            <a:endParaRPr lang="en-SE"/>
          </a:p>
        </p:txBody>
      </p:sp>
    </p:spTree>
    <p:extLst>
      <p:ext uri="{BB962C8B-B14F-4D97-AF65-F5344CB8AC3E}">
        <p14:creationId xmlns:p14="http://schemas.microsoft.com/office/powerpoint/2010/main" val="30459601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A01D1-2DCE-A9B3-D677-EE58FA7A51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95D75-3AEC-636C-E130-F71FCA5D41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308473-3994-ED10-8DD5-D134F5C3E623}"/>
              </a:ext>
            </a:extLst>
          </p:cNvPr>
          <p:cNvSpPr>
            <a:spLocks noGrp="1"/>
          </p:cNvSpPr>
          <p:nvPr>
            <p:ph type="body" idx="1"/>
          </p:nvPr>
        </p:nvSpPr>
        <p:spPr/>
        <p:txBody>
          <a:bodyPr/>
          <a:lstStyle/>
          <a:p>
            <a:endParaRPr lang="en-SE" dirty="0"/>
          </a:p>
        </p:txBody>
      </p:sp>
      <p:sp>
        <p:nvSpPr>
          <p:cNvPr id="4" name="Slide Number Placeholder 3">
            <a:extLst>
              <a:ext uri="{FF2B5EF4-FFF2-40B4-BE49-F238E27FC236}">
                <a16:creationId xmlns:a16="http://schemas.microsoft.com/office/drawing/2014/main" id="{198282BB-5326-1016-F8F3-2C1F111851F8}"/>
              </a:ext>
            </a:extLst>
          </p:cNvPr>
          <p:cNvSpPr>
            <a:spLocks noGrp="1"/>
          </p:cNvSpPr>
          <p:nvPr>
            <p:ph type="sldNum" sz="quarter" idx="5"/>
          </p:nvPr>
        </p:nvSpPr>
        <p:spPr/>
        <p:txBody>
          <a:bodyPr/>
          <a:lstStyle/>
          <a:p>
            <a:fld id="{496E03E7-9003-4F67-A502-E9F487806621}" type="slidenum">
              <a:rPr lang="en-SE" smtClean="0"/>
              <a:t>10</a:t>
            </a:fld>
            <a:endParaRPr lang="en-SE"/>
          </a:p>
        </p:txBody>
      </p:sp>
    </p:spTree>
    <p:extLst>
      <p:ext uri="{BB962C8B-B14F-4D97-AF65-F5344CB8AC3E}">
        <p14:creationId xmlns:p14="http://schemas.microsoft.com/office/powerpoint/2010/main" val="22040883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8A99B-B94A-C5C4-E7A8-04C8918C1E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8A7475-5DA5-A1DC-339C-6797C1660C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D0472F-E689-F5AD-45B3-0C082B1C6856}"/>
              </a:ext>
            </a:extLst>
          </p:cNvPr>
          <p:cNvSpPr>
            <a:spLocks noGrp="1"/>
          </p:cNvSpPr>
          <p:nvPr>
            <p:ph type="body" idx="1"/>
          </p:nvPr>
        </p:nvSpPr>
        <p:spPr/>
        <p:txBody>
          <a:bodyPr/>
          <a:lstStyle/>
          <a:p>
            <a:endParaRPr lang="en-SE" dirty="0"/>
          </a:p>
        </p:txBody>
      </p:sp>
      <p:sp>
        <p:nvSpPr>
          <p:cNvPr id="4" name="Slide Number Placeholder 3">
            <a:extLst>
              <a:ext uri="{FF2B5EF4-FFF2-40B4-BE49-F238E27FC236}">
                <a16:creationId xmlns:a16="http://schemas.microsoft.com/office/drawing/2014/main" id="{06CA8F59-379B-B461-5B97-DDC9655BB67E}"/>
              </a:ext>
            </a:extLst>
          </p:cNvPr>
          <p:cNvSpPr>
            <a:spLocks noGrp="1"/>
          </p:cNvSpPr>
          <p:nvPr>
            <p:ph type="sldNum" sz="quarter" idx="5"/>
          </p:nvPr>
        </p:nvSpPr>
        <p:spPr/>
        <p:txBody>
          <a:bodyPr/>
          <a:lstStyle/>
          <a:p>
            <a:fld id="{496E03E7-9003-4F67-A502-E9F487806621}" type="slidenum">
              <a:rPr lang="en-SE" smtClean="0"/>
              <a:t>11</a:t>
            </a:fld>
            <a:endParaRPr lang="en-SE"/>
          </a:p>
        </p:txBody>
      </p:sp>
    </p:spTree>
    <p:extLst>
      <p:ext uri="{BB962C8B-B14F-4D97-AF65-F5344CB8AC3E}">
        <p14:creationId xmlns:p14="http://schemas.microsoft.com/office/powerpoint/2010/main" val="9684968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0DFAB-66B7-EB22-5492-82668CCF3E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88BC6B-AE61-CCD9-DC13-7C9F6D4D4A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8DB31E-F583-CF9E-080A-058D96CAD79D}"/>
              </a:ext>
            </a:extLst>
          </p:cNvPr>
          <p:cNvSpPr>
            <a:spLocks noGrp="1"/>
          </p:cNvSpPr>
          <p:nvPr>
            <p:ph type="body" idx="1"/>
          </p:nvPr>
        </p:nvSpPr>
        <p:spPr/>
        <p:txBody>
          <a:bodyPr/>
          <a:lstStyle/>
          <a:p>
            <a:r>
              <a:rPr lang="en-GB" dirty="0"/>
              <a:t>Put notes on all slides that could come often in case of questions like specifics on the experiments or things like that and remove this</a:t>
            </a:r>
            <a:endParaRPr lang="en-SE" dirty="0"/>
          </a:p>
        </p:txBody>
      </p:sp>
      <p:sp>
        <p:nvSpPr>
          <p:cNvPr id="4" name="Slide Number Placeholder 3">
            <a:extLst>
              <a:ext uri="{FF2B5EF4-FFF2-40B4-BE49-F238E27FC236}">
                <a16:creationId xmlns:a16="http://schemas.microsoft.com/office/drawing/2014/main" id="{EBB2FFD9-D6B7-4F5F-A76E-A648ECAF01B9}"/>
              </a:ext>
            </a:extLst>
          </p:cNvPr>
          <p:cNvSpPr>
            <a:spLocks noGrp="1"/>
          </p:cNvSpPr>
          <p:nvPr>
            <p:ph type="sldNum" sz="quarter" idx="5"/>
          </p:nvPr>
        </p:nvSpPr>
        <p:spPr/>
        <p:txBody>
          <a:bodyPr/>
          <a:lstStyle/>
          <a:p>
            <a:fld id="{496E03E7-9003-4F67-A502-E9F487806621}" type="slidenum">
              <a:rPr lang="en-SE" smtClean="0"/>
              <a:t>12</a:t>
            </a:fld>
            <a:endParaRPr lang="en-SE"/>
          </a:p>
        </p:txBody>
      </p:sp>
    </p:spTree>
    <p:extLst>
      <p:ext uri="{BB962C8B-B14F-4D97-AF65-F5344CB8AC3E}">
        <p14:creationId xmlns:p14="http://schemas.microsoft.com/office/powerpoint/2010/main" val="381405057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12.svg"/><Relationship Id="rId4" Type="http://schemas.openxmlformats.org/officeDocument/2006/relationships/image" Target="../media/image1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3.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1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Master" Target="../slideMasters/slideMaster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3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9E13F8EA-F418-4D9E-8DE0-92A5680C86AA}" type="datetimeFigureOut">
              <a:rPr lang="en-SE" smtClean="0"/>
              <a:t>10/21/2025</a:t>
            </a:fld>
            <a:endParaRPr lang="en-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endParaRPr lang="en-SE"/>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DDA34D1-BC3C-4CFF-BC3E-FEC53BFF2AC4}" type="slidenum">
              <a:rPr lang="en-SE" smtClean="0"/>
              <a:t>‹#›</a:t>
            </a:fld>
            <a:endParaRPr lang="en-SE"/>
          </a:p>
        </p:txBody>
      </p:sp>
    </p:spTree>
    <p:extLst>
      <p:ext uri="{BB962C8B-B14F-4D97-AF65-F5344CB8AC3E}">
        <p14:creationId xmlns:p14="http://schemas.microsoft.com/office/powerpoint/2010/main" val="1703193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9E13F8EA-F418-4D9E-8DE0-92A5680C86AA}" type="datetimeFigureOut">
              <a:rPr lang="en-SE" smtClean="0"/>
              <a:t>10/21/2025</a:t>
            </a:fld>
            <a:endParaRPr lang="en-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endParaRPr lang="en-SE"/>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DDA34D1-BC3C-4CFF-BC3E-FEC53BFF2AC4}" type="slidenum">
              <a:rPr lang="en-SE" smtClean="0"/>
              <a:t>‹#›</a:t>
            </a:fld>
            <a:endParaRPr lang="en-SE"/>
          </a:p>
        </p:txBody>
      </p:sp>
    </p:spTree>
    <p:extLst>
      <p:ext uri="{BB962C8B-B14F-4D97-AF65-F5344CB8AC3E}">
        <p14:creationId xmlns:p14="http://schemas.microsoft.com/office/powerpoint/2010/main" val="962382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9E13F8EA-F418-4D9E-8DE0-92A5680C86AA}" type="datetimeFigureOut">
              <a:rPr lang="en-SE" smtClean="0"/>
              <a:t>10/21/2025</a:t>
            </a:fld>
            <a:endParaRPr lang="en-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endParaRPr lang="en-SE"/>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DDA34D1-BC3C-4CFF-BC3E-FEC53BFF2AC4}" type="slidenum">
              <a:rPr lang="en-SE" smtClean="0"/>
              <a:t>‹#›</a:t>
            </a:fld>
            <a:endParaRPr lang="en-SE"/>
          </a:p>
        </p:txBody>
      </p:sp>
      <p:sp>
        <p:nvSpPr>
          <p:cNvPr id="8" name="Rektangel 7">
            <a:extLst>
              <a:ext uri="{FF2B5EF4-FFF2-40B4-BE49-F238E27FC236}">
                <a16:creationId xmlns:a16="http://schemas.microsoft.com/office/drawing/2014/main" id="{599C849E-1E62-7E27-4099-2DEB2C85E99A}"/>
              </a:ext>
            </a:extLst>
          </p:cNvPr>
          <p:cNvSpPr/>
          <p:nvPr/>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781192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GB"/>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9E13F8EA-F418-4D9E-8DE0-92A5680C86AA}" type="datetimeFigureOut">
              <a:rPr lang="en-SE" smtClean="0"/>
              <a:t>10/21/2025</a:t>
            </a:fld>
            <a:endParaRPr lang="en-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endParaRPr lang="en-SE"/>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18492608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GB"/>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9E13F8EA-F418-4D9E-8DE0-92A5680C86AA}" type="datetimeFigureOut">
              <a:rPr lang="en-SE" smtClean="0"/>
              <a:t>10/21/2025</a:t>
            </a:fld>
            <a:endParaRPr lang="en-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endParaRPr lang="en-SE"/>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8148444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GB"/>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9E13F8EA-F418-4D9E-8DE0-92A5680C86AA}" type="datetimeFigureOut">
              <a:rPr lang="en-SE" smtClean="0"/>
              <a:t>10/21/2025</a:t>
            </a:fld>
            <a:endParaRPr lang="en-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endParaRPr lang="en-SE"/>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1059537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GB"/>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DDA34D1-BC3C-4CFF-BC3E-FEC53BFF2AC4}" type="slidenum">
              <a:rPr lang="en-SE" smtClean="0"/>
              <a:t>‹#›</a:t>
            </a:fld>
            <a:endParaRPr lang="en-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9E13F8EA-F418-4D9E-8DE0-92A5680C86AA}" type="datetimeFigureOut">
              <a:rPr lang="en-SE" smtClean="0"/>
              <a:t>10/21/2025</a:t>
            </a:fld>
            <a:endParaRPr lang="en-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endParaRPr lang="en-SE"/>
          </a:p>
        </p:txBody>
      </p:sp>
    </p:spTree>
    <p:extLst>
      <p:ext uri="{BB962C8B-B14F-4D97-AF65-F5344CB8AC3E}">
        <p14:creationId xmlns:p14="http://schemas.microsoft.com/office/powerpoint/2010/main" val="212079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GB"/>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9E13F8EA-F418-4D9E-8DE0-92A5680C86AA}" type="datetimeFigureOut">
              <a:rPr lang="en-SE" smtClean="0"/>
              <a:t>10/21/2025</a:t>
            </a:fld>
            <a:endParaRPr lang="en-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endParaRPr lang="en-SE"/>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DDA34D1-BC3C-4CFF-BC3E-FEC53BFF2AC4}" type="slidenum">
              <a:rPr lang="en-SE" smtClean="0"/>
              <a:t>‹#›</a:t>
            </a:fld>
            <a:endParaRPr lang="en-SE"/>
          </a:p>
        </p:txBody>
      </p:sp>
    </p:spTree>
    <p:extLst>
      <p:ext uri="{BB962C8B-B14F-4D97-AF65-F5344CB8AC3E}">
        <p14:creationId xmlns:p14="http://schemas.microsoft.com/office/powerpoint/2010/main" val="37802943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GB"/>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DDA34D1-BC3C-4CFF-BC3E-FEC53BFF2AC4}" type="slidenum">
              <a:rPr lang="en-SE" smtClean="0"/>
              <a:t>‹#›</a:t>
            </a:fld>
            <a:endParaRPr lang="en-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9E13F8EA-F418-4D9E-8DE0-92A5680C86AA}" type="datetimeFigureOut">
              <a:rPr lang="en-SE" smtClean="0"/>
              <a:t>10/21/2025</a:t>
            </a:fld>
            <a:endParaRPr lang="en-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endParaRPr lang="en-SE"/>
          </a:p>
        </p:txBody>
      </p:sp>
      <p:pic>
        <p:nvPicPr>
          <p:cNvPr id="9" name="Bild 8">
            <a:extLst>
              <a:ext uri="{FF2B5EF4-FFF2-40B4-BE49-F238E27FC236}">
                <a16:creationId xmlns:a16="http://schemas.microsoft.com/office/drawing/2014/main" id="{B9CCB106-B724-D4FC-9180-F2081684D467}"/>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1906093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GB"/>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9E13F8EA-F418-4D9E-8DE0-92A5680C86AA}" type="datetimeFigureOut">
              <a:rPr lang="en-SE" smtClean="0"/>
              <a:t>10/21/2025</a:t>
            </a:fld>
            <a:endParaRPr lang="en-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endParaRPr lang="en-SE"/>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DDA34D1-BC3C-4CFF-BC3E-FEC53BFF2AC4}" type="slidenum">
              <a:rPr lang="en-SE" smtClean="0"/>
              <a:t>‹#›</a:t>
            </a:fld>
            <a:endParaRPr lang="en-SE"/>
          </a:p>
        </p:txBody>
      </p:sp>
      <p:pic>
        <p:nvPicPr>
          <p:cNvPr id="9" name="Bild 8">
            <a:extLst>
              <a:ext uri="{FF2B5EF4-FFF2-40B4-BE49-F238E27FC236}">
                <a16:creationId xmlns:a16="http://schemas.microsoft.com/office/drawing/2014/main" id="{E3DA9A33-1CAA-3164-6E44-47421CD08E03}"/>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12867951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GB"/>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DDA34D1-BC3C-4CFF-BC3E-FEC53BFF2AC4}" type="slidenum">
              <a:rPr lang="en-SE" smtClean="0"/>
              <a:t>‹#›</a:t>
            </a:fld>
            <a:endParaRPr lang="en-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9E13F8EA-F418-4D9E-8DE0-92A5680C86AA}" type="datetimeFigureOut">
              <a:rPr lang="en-SE" smtClean="0"/>
              <a:t>10/21/2025</a:t>
            </a:fld>
            <a:endParaRPr lang="en-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endParaRPr lang="en-SE"/>
          </a:p>
        </p:txBody>
      </p:sp>
      <p:pic>
        <p:nvPicPr>
          <p:cNvPr id="9" name="Bild 8">
            <a:extLst>
              <a:ext uri="{FF2B5EF4-FFF2-40B4-BE49-F238E27FC236}">
                <a16:creationId xmlns:a16="http://schemas.microsoft.com/office/drawing/2014/main" id="{EACB4A23-3C87-4C5A-07DC-8116B46C6C7A}"/>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8333615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GB"/>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9E13F8EA-F418-4D9E-8DE0-92A5680C86AA}" type="datetimeFigureOut">
              <a:rPr lang="en-SE" smtClean="0"/>
              <a:t>10/21/2025</a:t>
            </a:fld>
            <a:endParaRPr lang="en-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endParaRPr lang="en-SE"/>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30893626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GB"/>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9E13F8EA-F418-4D9E-8DE0-92A5680C86AA}" type="datetimeFigureOut">
              <a:rPr lang="en-SE" smtClean="0"/>
              <a:t>10/21/2025</a:t>
            </a:fld>
            <a:endParaRPr lang="en-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endParaRPr lang="en-SE"/>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36242939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GB"/>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9E13F8EA-F418-4D9E-8DE0-92A5680C86AA}" type="datetimeFigureOut">
              <a:rPr lang="en-SE" smtClean="0"/>
              <a:t>10/21/2025</a:t>
            </a:fld>
            <a:endParaRPr lang="en-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endParaRPr lang="en-SE"/>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22703610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GB"/>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9E13F8EA-F418-4D9E-8DE0-92A5680C86AA}" type="datetimeFigureOut">
              <a:rPr lang="en-SE" smtClean="0"/>
              <a:t>10/21/2025</a:t>
            </a:fld>
            <a:endParaRPr lang="en-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endParaRPr lang="en-SE"/>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39606983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GB"/>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9E13F8EA-F418-4D9E-8DE0-92A5680C86AA}" type="datetimeFigureOut">
              <a:rPr lang="en-SE" smtClean="0"/>
              <a:t>10/21/2025</a:t>
            </a:fld>
            <a:endParaRPr lang="en-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endParaRPr lang="en-SE"/>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39942296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GB"/>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9E13F8EA-F418-4D9E-8DE0-92A5680C86AA}" type="datetimeFigureOut">
              <a:rPr lang="en-SE" smtClean="0"/>
              <a:t>10/21/2025</a:t>
            </a:fld>
            <a:endParaRPr lang="en-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endParaRPr lang="en-SE"/>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39609328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GB"/>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9E13F8EA-F418-4D9E-8DE0-92A5680C86AA}" type="datetimeFigureOut">
              <a:rPr lang="en-SE" smtClean="0"/>
              <a:t>10/21/2025</a:t>
            </a:fld>
            <a:endParaRPr lang="en-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endParaRPr lang="en-SE"/>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5650875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GB"/>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E13F8EA-F418-4D9E-8DE0-92A5680C86AA}" type="datetimeFigureOut">
              <a:rPr lang="en-SE" smtClean="0"/>
              <a:t>10/21/2025</a:t>
            </a:fld>
            <a:endParaRPr lang="en-SE"/>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34413033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GB"/>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GB"/>
              <a:t>Click to 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E13F8EA-F418-4D9E-8DE0-92A5680C86AA}" type="datetimeFigureOut">
              <a:rPr lang="en-SE" smtClean="0"/>
              <a:t>10/21/2025</a:t>
            </a:fld>
            <a:endParaRPr lang="en-SE"/>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9873943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GB"/>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GB"/>
              <a:t>Click to 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E13F8EA-F418-4D9E-8DE0-92A5680C86AA}" type="datetimeFigureOut">
              <a:rPr lang="en-SE" smtClean="0"/>
              <a:t>10/21/2025</a:t>
            </a:fld>
            <a:endParaRPr lang="en-SE"/>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33348739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GB"/>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GB"/>
              <a:t>Click to 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E13F8EA-F418-4D9E-8DE0-92A5680C86AA}" type="datetimeFigureOut">
              <a:rPr lang="en-SE" smtClean="0"/>
              <a:t>10/21/2025</a:t>
            </a:fld>
            <a:endParaRPr lang="en-SE"/>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4889721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GB"/>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GB"/>
              <a:t>Click to 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E13F8EA-F418-4D9E-8DE0-92A5680C86AA}" type="datetimeFigureOut">
              <a:rPr lang="en-SE" smtClean="0"/>
              <a:t>10/21/2025</a:t>
            </a:fld>
            <a:endParaRPr lang="en-SE"/>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4869823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GB"/>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GB"/>
              <a:t>Click to 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E13F8EA-F418-4D9E-8DE0-92A5680C86AA}" type="datetimeFigureOut">
              <a:rPr lang="en-SE" smtClean="0"/>
              <a:t>10/21/2025</a:t>
            </a:fld>
            <a:endParaRPr lang="en-SE"/>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316222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GB"/>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GB"/>
              <a:t>Click to 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E13F8EA-F418-4D9E-8DE0-92A5680C86AA}" type="datetimeFigureOut">
              <a:rPr lang="en-SE" smtClean="0"/>
              <a:t>10/21/2025</a:t>
            </a:fld>
            <a:endParaRPr lang="en-SE"/>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99022201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GB"/>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GB"/>
              <a:t>Click to 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E13F8EA-F418-4D9E-8DE0-92A5680C86AA}" type="datetimeFigureOut">
              <a:rPr lang="en-SE" smtClean="0"/>
              <a:t>10/21/2025</a:t>
            </a:fld>
            <a:endParaRPr lang="en-SE"/>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10054129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GB"/>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GB"/>
              <a:t>Click to 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E13F8EA-F418-4D9E-8DE0-92A5680C86AA}" type="datetimeFigureOut">
              <a:rPr lang="en-SE" smtClean="0"/>
              <a:t>10/21/2025</a:t>
            </a:fld>
            <a:endParaRPr lang="en-SE"/>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4844858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GB"/>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9E13F8EA-F418-4D9E-8DE0-92A5680C86AA}" type="datetimeFigureOut">
              <a:rPr lang="en-SE" smtClean="0"/>
              <a:t>10/21/2025</a:t>
            </a:fld>
            <a:endParaRPr lang="en-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119652470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GB"/>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9E13F8EA-F418-4D9E-8DE0-92A5680C86AA}" type="datetimeFigureOut">
              <a:rPr lang="en-SE" smtClean="0"/>
              <a:t>10/21/2025</a:t>
            </a:fld>
            <a:endParaRPr lang="en-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41699986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GB"/>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9E13F8EA-F418-4D9E-8DE0-92A5680C86AA}" type="datetimeFigureOut">
              <a:rPr lang="en-SE" smtClean="0"/>
              <a:t>10/21/2025</a:t>
            </a:fld>
            <a:endParaRPr lang="en-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324698149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GB"/>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9E13F8EA-F418-4D9E-8DE0-92A5680C86AA}" type="datetimeFigureOut">
              <a:rPr lang="en-SE" smtClean="0"/>
              <a:t>10/21/2025</a:t>
            </a:fld>
            <a:endParaRPr lang="en-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237739131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GB"/>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9E13F8EA-F418-4D9E-8DE0-92A5680C86AA}" type="datetimeFigureOut">
              <a:rPr lang="en-SE" smtClean="0"/>
              <a:t>10/21/2025</a:t>
            </a:fld>
            <a:endParaRPr lang="en-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426448158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GB"/>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9E13F8EA-F418-4D9E-8DE0-92A5680C86AA}" type="datetimeFigureOut">
              <a:rPr lang="en-SE" smtClean="0"/>
              <a:t>10/21/2025</a:t>
            </a:fld>
            <a:endParaRPr lang="en-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232111759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GB"/>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9E13F8EA-F418-4D9E-8DE0-92A5680C86AA}" type="datetimeFigureOut">
              <a:rPr lang="en-SE" smtClean="0"/>
              <a:t>10/21/2025</a:t>
            </a:fld>
            <a:endParaRPr lang="en-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67238115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GB"/>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9E13F8EA-F418-4D9E-8DE0-92A5680C86AA}" type="datetimeFigureOut">
              <a:rPr lang="en-SE" smtClean="0"/>
              <a:t>10/21/2025</a:t>
            </a:fld>
            <a:endParaRPr lang="en-SE"/>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38284097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GB"/>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9E13F8EA-F418-4D9E-8DE0-92A5680C86AA}" type="datetimeFigureOut">
              <a:rPr lang="en-SE" smtClean="0"/>
              <a:t>10/21/2025</a:t>
            </a:fld>
            <a:endParaRPr lang="en-SE"/>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DDA34D1-BC3C-4CFF-BC3E-FEC53BFF2AC4}" type="slidenum">
              <a:rPr lang="en-SE" smtClean="0"/>
              <a:t>‹#›</a:t>
            </a:fld>
            <a:endParaRPr lang="en-SE"/>
          </a:p>
        </p:txBody>
      </p:sp>
      <p:pic>
        <p:nvPicPr>
          <p:cNvPr id="6" name="Bild 5">
            <a:extLst>
              <a:ext uri="{FF2B5EF4-FFF2-40B4-BE49-F238E27FC236}">
                <a16:creationId xmlns:a16="http://schemas.microsoft.com/office/drawing/2014/main" id="{2CD49F62-B17F-4256-87E8-B48CEC1AECFD}"/>
              </a:ext>
            </a:extLst>
          </p:cNvPr>
          <p:cNvPicPr>
            <a:picLocks noChangeAspect="1"/>
          </p:cNvPicPr>
          <p:nvPr/>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36883605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GB"/>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9E13F8EA-F418-4D9E-8DE0-92A5680C86AA}" type="datetimeFigureOut">
              <a:rPr lang="en-SE" smtClean="0"/>
              <a:t>10/21/2025</a:t>
            </a:fld>
            <a:endParaRPr lang="en-SE"/>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DDA34D1-BC3C-4CFF-BC3E-FEC53BFF2AC4}" type="slidenum">
              <a:rPr lang="en-SE" smtClean="0"/>
              <a:t>‹#›</a:t>
            </a:fld>
            <a:endParaRPr lang="en-SE"/>
          </a:p>
        </p:txBody>
      </p:sp>
      <p:pic>
        <p:nvPicPr>
          <p:cNvPr id="6" name="Bild 5">
            <a:extLst>
              <a:ext uri="{FF2B5EF4-FFF2-40B4-BE49-F238E27FC236}">
                <a16:creationId xmlns:a16="http://schemas.microsoft.com/office/drawing/2014/main" id="{70BC9548-E26C-77A2-1994-5B2D723366A9}"/>
              </a:ext>
            </a:extLst>
          </p:cNvPr>
          <p:cNvPicPr>
            <a:picLocks noChangeAspect="1"/>
          </p:cNvPicPr>
          <p:nvPr/>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92666427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GB"/>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9E13F8EA-F418-4D9E-8DE0-92A5680C86AA}" type="datetimeFigureOut">
              <a:rPr lang="en-SE" smtClean="0"/>
              <a:t>10/21/2025</a:t>
            </a:fld>
            <a:endParaRPr lang="en-SE"/>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DDA34D1-BC3C-4CFF-BC3E-FEC53BFF2AC4}" type="slidenum">
              <a:rPr lang="en-SE" smtClean="0"/>
              <a:t>‹#›</a:t>
            </a:fld>
            <a:endParaRPr lang="en-SE"/>
          </a:p>
        </p:txBody>
      </p:sp>
      <p:pic>
        <p:nvPicPr>
          <p:cNvPr id="6" name="Bild 5">
            <a:extLst>
              <a:ext uri="{FF2B5EF4-FFF2-40B4-BE49-F238E27FC236}">
                <a16:creationId xmlns:a16="http://schemas.microsoft.com/office/drawing/2014/main" id="{C21FC7DD-9D09-44CA-0597-9DEB74E2004D}"/>
              </a:ext>
            </a:extLst>
          </p:cNvPr>
          <p:cNvPicPr>
            <a:picLocks noChangeAspect="1"/>
          </p:cNvPicPr>
          <p:nvPr/>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59766763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GB"/>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9E13F8EA-F418-4D9E-8DE0-92A5680C86AA}" type="datetimeFigureOut">
              <a:rPr lang="en-SE" smtClean="0"/>
              <a:t>10/21/2025</a:t>
            </a:fld>
            <a:endParaRPr lang="en-SE"/>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DDA34D1-BC3C-4CFF-BC3E-FEC53BFF2AC4}" type="slidenum">
              <a:rPr lang="en-SE" smtClean="0"/>
              <a:t>‹#›</a:t>
            </a:fld>
            <a:endParaRPr lang="en-SE"/>
          </a:p>
        </p:txBody>
      </p:sp>
      <p:pic>
        <p:nvPicPr>
          <p:cNvPr id="6" name="Bild 5">
            <a:extLst>
              <a:ext uri="{FF2B5EF4-FFF2-40B4-BE49-F238E27FC236}">
                <a16:creationId xmlns:a16="http://schemas.microsoft.com/office/drawing/2014/main" id="{B0E08DE0-7713-2F89-9CAE-718563F453A7}"/>
              </a:ext>
            </a:extLst>
          </p:cNvPr>
          <p:cNvPicPr>
            <a:picLocks noChangeAspect="1"/>
          </p:cNvPicPr>
          <p:nvPr/>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190364246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9E13F8EA-F418-4D9E-8DE0-92A5680C86AA}" type="datetimeFigureOut">
              <a:rPr lang="en-SE" smtClean="0"/>
              <a:t>10/21/2025</a:t>
            </a:fld>
            <a:endParaRPr lang="en-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endParaRPr lang="en-SE"/>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157976316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GB"/>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9E13F8EA-F418-4D9E-8DE0-92A5680C86AA}" type="datetimeFigureOut">
              <a:rPr lang="en-SE" smtClean="0"/>
              <a:t>10/21/2025</a:t>
            </a:fld>
            <a:endParaRPr lang="en-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endParaRPr lang="en-SE"/>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162317973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GB"/>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9E13F8EA-F418-4D9E-8DE0-92A5680C86AA}" type="datetimeFigureOut">
              <a:rPr lang="en-SE" smtClean="0"/>
              <a:t>10/21/2025</a:t>
            </a:fld>
            <a:endParaRPr lang="en-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endParaRPr lang="en-SE"/>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DDA34D1-BC3C-4CFF-BC3E-FEC53BFF2AC4}" type="slidenum">
              <a:rPr lang="en-SE" smtClean="0"/>
              <a:t>‹#›</a:t>
            </a:fld>
            <a:endParaRPr lang="en-SE"/>
          </a:p>
        </p:txBody>
      </p:sp>
    </p:spTree>
    <p:extLst>
      <p:ext uri="{BB962C8B-B14F-4D97-AF65-F5344CB8AC3E}">
        <p14:creationId xmlns:p14="http://schemas.microsoft.com/office/powerpoint/2010/main" val="286040550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9E13F8EA-F418-4D9E-8DE0-92A5680C86AA}" type="datetimeFigureOut">
              <a:rPr lang="en-SE" smtClean="0"/>
              <a:t>10/21/2025</a:t>
            </a:fld>
            <a:endParaRPr lang="en-SE"/>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endParaRPr lang="en-SE"/>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DDA34D1-BC3C-4CFF-BC3E-FEC53BFF2AC4}" type="slidenum">
              <a:rPr lang="en-SE" smtClean="0"/>
              <a:t>‹#›</a:t>
            </a:fld>
            <a:endParaRPr lang="en-SE"/>
          </a:p>
        </p:txBody>
      </p:sp>
      <p:pic>
        <p:nvPicPr>
          <p:cNvPr id="2" name="Bild 1">
            <a:extLst>
              <a:ext uri="{FF2B5EF4-FFF2-40B4-BE49-F238E27FC236}">
                <a16:creationId xmlns:a16="http://schemas.microsoft.com/office/drawing/2014/main" id="{B31C6E16-A8C5-A850-CB5B-D4A530D7DE27}"/>
              </a:ext>
            </a:extLst>
          </p:cNvPr>
          <p:cNvPicPr>
            <a:picLocks noChangeAspect="1"/>
          </p:cNvPicPr>
          <p:nvPr/>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9989588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9E13F8EA-F418-4D9E-8DE0-92A5680C86AA}" type="datetimeFigureOut">
              <a:rPr lang="en-SE" smtClean="0"/>
              <a:t>10/21/2025</a:t>
            </a:fld>
            <a:endParaRPr lang="en-SE"/>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endParaRPr lang="en-SE"/>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DDA34D1-BC3C-4CFF-BC3E-FEC53BFF2AC4}" type="slidenum">
              <a:rPr lang="en-SE" smtClean="0"/>
              <a:t>‹#›</a:t>
            </a:fld>
            <a:endParaRPr lang="en-SE"/>
          </a:p>
        </p:txBody>
      </p:sp>
      <p:pic>
        <p:nvPicPr>
          <p:cNvPr id="2" name="Bild 1">
            <a:extLst>
              <a:ext uri="{FF2B5EF4-FFF2-40B4-BE49-F238E27FC236}">
                <a16:creationId xmlns:a16="http://schemas.microsoft.com/office/drawing/2014/main" id="{0D27DED8-EA09-1EA2-8C8D-DCB1C9F0377C}"/>
              </a:ext>
            </a:extLst>
          </p:cNvPr>
          <p:cNvPicPr>
            <a:picLocks noChangeAspect="1"/>
          </p:cNvPicPr>
          <p:nvPr/>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56482580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9E13F8EA-F418-4D9E-8DE0-92A5680C86AA}" type="datetimeFigureOut">
              <a:rPr lang="en-SE" smtClean="0"/>
              <a:t>10/21/2025</a:t>
            </a:fld>
            <a:endParaRPr lang="en-SE"/>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DDA34D1-BC3C-4CFF-BC3E-FEC53BFF2AC4}" type="slidenum">
              <a:rPr lang="en-SE" smtClean="0"/>
              <a:t>‹#›</a:t>
            </a:fld>
            <a:endParaRPr lang="en-SE"/>
          </a:p>
        </p:txBody>
      </p:sp>
      <p:sp>
        <p:nvSpPr>
          <p:cNvPr id="7" name="textruta 6">
            <a:extLst>
              <a:ext uri="{FF2B5EF4-FFF2-40B4-BE49-F238E27FC236}">
                <a16:creationId xmlns:a16="http://schemas.microsoft.com/office/drawing/2014/main" id="{90ED1EC6-276A-A06E-A517-156B8EACE0DE}"/>
              </a:ext>
            </a:extLst>
          </p:cNvPr>
          <p:cNvSpPr txBox="1"/>
          <p:nvPr/>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657487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9E13F8EA-F418-4D9E-8DE0-92A5680C86AA}" type="datetimeFigureOut">
              <a:rPr lang="en-SE" smtClean="0"/>
              <a:t>10/21/2025</a:t>
            </a:fld>
            <a:endParaRPr lang="en-SE"/>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DDA34D1-BC3C-4CFF-BC3E-FEC53BFF2AC4}" type="slidenum">
              <a:rPr lang="en-SE" smtClean="0"/>
              <a:t>‹#›</a:t>
            </a:fld>
            <a:endParaRPr lang="en-SE"/>
          </a:p>
        </p:txBody>
      </p:sp>
      <p:sp>
        <p:nvSpPr>
          <p:cNvPr id="7" name="textruta 6">
            <a:extLst>
              <a:ext uri="{FF2B5EF4-FFF2-40B4-BE49-F238E27FC236}">
                <a16:creationId xmlns:a16="http://schemas.microsoft.com/office/drawing/2014/main" id="{90ED1EC6-276A-A06E-A517-156B8EACE0DE}"/>
              </a:ext>
            </a:extLst>
          </p:cNvPr>
          <p:cNvSpPr txBox="1"/>
          <p:nvPr/>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81713197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9E13F8EA-F418-4D9E-8DE0-92A5680C86AA}" type="datetimeFigureOut">
              <a:rPr lang="en-SE" smtClean="0"/>
              <a:t>10/21/2025</a:t>
            </a:fld>
            <a:endParaRPr lang="en-SE"/>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DDA34D1-BC3C-4CFF-BC3E-FEC53BFF2AC4}" type="slidenum">
              <a:rPr lang="en-SE" smtClean="0"/>
              <a:t>‹#›</a:t>
            </a:fld>
            <a:endParaRPr lang="en-SE"/>
          </a:p>
        </p:txBody>
      </p:sp>
      <p:sp>
        <p:nvSpPr>
          <p:cNvPr id="11" name="textruta 10">
            <a:extLst>
              <a:ext uri="{FF2B5EF4-FFF2-40B4-BE49-F238E27FC236}">
                <a16:creationId xmlns:a16="http://schemas.microsoft.com/office/drawing/2014/main" id="{D3950EA1-6BC3-FA92-A900-5D1873DA5B6D}"/>
              </a:ext>
            </a:extLst>
          </p:cNvPr>
          <p:cNvSpPr txBox="1"/>
          <p:nvPr/>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164123096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9E13F8EA-F418-4D9E-8DE0-92A5680C86AA}" type="datetimeFigureOut">
              <a:rPr lang="en-SE" smtClean="0"/>
              <a:t>10/21/2025</a:t>
            </a:fld>
            <a:endParaRPr lang="en-SE"/>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endParaRPr lang="en-SE"/>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DDA34D1-BC3C-4CFF-BC3E-FEC53BFF2AC4}" type="slidenum">
              <a:rPr lang="en-SE" smtClean="0"/>
              <a:t>‹#›</a:t>
            </a:fld>
            <a:endParaRPr lang="en-SE"/>
          </a:p>
        </p:txBody>
      </p:sp>
      <p:pic>
        <p:nvPicPr>
          <p:cNvPr id="11" name="Bild 10">
            <a:extLst>
              <a:ext uri="{FF2B5EF4-FFF2-40B4-BE49-F238E27FC236}">
                <a16:creationId xmlns:a16="http://schemas.microsoft.com/office/drawing/2014/main" id="{57E3D58E-4C99-E6D1-B925-E182668FA2E3}"/>
              </a:ext>
            </a:extLst>
          </p:cNvPr>
          <p:cNvPicPr>
            <a:picLocks noChangeAspect="1"/>
          </p:cNvPicPr>
          <p:nvPr/>
        </p:nvPicPr>
        <p:blipFill>
          <a:blip r:embed="rId49" cstate="print">
            <a:extLst>
              <a:ext uri="{28A0092B-C50C-407E-A947-70E740481C1C}">
                <a14:useLocalDpi xmlns:a14="http://schemas.microsoft.com/office/drawing/2010/main"/>
              </a:ext>
              <a:ext uri="{96DAC541-7B7A-43D3-8B79-37D633B846F1}">
                <asvg:svgBlip xmlns:asvg="http://schemas.microsoft.com/office/drawing/2016/SVG/main"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4297758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Lst>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7680">
          <p15:clr>
            <a:srgbClr val="F26B43"/>
          </p15:clr>
        </p15:guide>
        <p15:guide id="3" pos="378">
          <p15:clr>
            <a:srgbClr val="F26B43"/>
          </p15:clr>
        </p15:guide>
        <p15:guide id="4" pos="1343">
          <p15:clr>
            <a:srgbClr val="F26B43"/>
          </p15:clr>
        </p15:guide>
        <p15:guide id="5" pos="1570">
          <p15:clr>
            <a:srgbClr val="F26B43"/>
          </p15:clr>
        </p15:guide>
        <p15:guide id="6" pos="2535">
          <p15:clr>
            <a:srgbClr val="F26B43"/>
          </p15:clr>
        </p15:guide>
        <p15:guide id="7" pos="2761">
          <p15:clr>
            <a:srgbClr val="F26B43"/>
          </p15:clr>
        </p15:guide>
        <p15:guide id="8" pos="3726">
          <p15:clr>
            <a:srgbClr val="F26B43"/>
          </p15:clr>
        </p15:guide>
        <p15:guide id="9" pos="3953">
          <p15:clr>
            <a:srgbClr val="F26B43"/>
          </p15:clr>
        </p15:guide>
        <p15:guide id="10" pos="4918">
          <p15:clr>
            <a:srgbClr val="F26B43"/>
          </p15:clr>
        </p15:guide>
        <p15:guide id="11" pos="5144">
          <p15:clr>
            <a:srgbClr val="F26B43"/>
          </p15:clr>
        </p15:guide>
        <p15:guide id="12" pos="6109">
          <p15:clr>
            <a:srgbClr val="F26B43"/>
          </p15:clr>
        </p15:guide>
        <p15:guide id="13" pos="6336">
          <p15:clr>
            <a:srgbClr val="F26B43"/>
          </p15:clr>
        </p15:guide>
        <p15:guide id="14" pos="7301">
          <p15:clr>
            <a:srgbClr val="F26B43"/>
          </p15:clr>
        </p15:guide>
        <p15:guide id="15" orient="horz">
          <p15:clr>
            <a:srgbClr val="F26B43"/>
          </p15:clr>
        </p15:guide>
        <p15:guide id="16" orient="horz" pos="4320">
          <p15:clr>
            <a:srgbClr val="F26B43"/>
          </p15:clr>
        </p15:guide>
        <p15:guide id="17" orient="horz" pos="514">
          <p15:clr>
            <a:srgbClr val="F26B43"/>
          </p15:clr>
        </p15:guide>
        <p15:guide id="18" orient="horz" pos="861">
          <p15:clr>
            <a:srgbClr val="F26B43"/>
          </p15:clr>
        </p15:guide>
        <p15:guide id="19" orient="horz" pos="1209">
          <p15:clr>
            <a:srgbClr val="F26B43"/>
          </p15:clr>
        </p15:guide>
        <p15:guide id="20" orient="horz" pos="1570">
          <p15:clr>
            <a:srgbClr val="F26B43"/>
          </p15:clr>
        </p15:guide>
        <p15:guide id="21" orient="horz" pos="1903">
          <p15:clr>
            <a:srgbClr val="F26B43"/>
          </p15:clr>
        </p15:guide>
        <p15:guide id="22" orient="horz" pos="2250">
          <p15:clr>
            <a:srgbClr val="F26B43"/>
          </p15:clr>
        </p15:guide>
        <p15:guide id="23" orient="horz" pos="2597">
          <p15:clr>
            <a:srgbClr val="F26B43"/>
          </p15:clr>
        </p15:guide>
        <p15:guide id="24" orient="horz" pos="2945">
          <p15:clr>
            <a:srgbClr val="F26B43"/>
          </p15:clr>
        </p15:guide>
        <p15:guide id="25" orient="horz" pos="3292">
          <p15:clr>
            <a:srgbClr val="F26B43"/>
          </p15:clr>
        </p15:guide>
        <p15:guide id="26" orient="horz" pos="3639">
          <p15:clr>
            <a:srgbClr val="F26B43"/>
          </p15:clr>
        </p15:guide>
        <p15:guide id="27" orient="horz" pos="398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41.png"/><Relationship Id="rId4" Type="http://schemas.openxmlformats.org/officeDocument/2006/relationships/image" Target="../media/image40.png"/></Relationships>
</file>

<file path=ppt/slides/_rels/slide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1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9F8AA-30F3-D5A9-9E81-567D44DE06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D9E54E-89A4-7C3E-76F9-37B3B8641A99}"/>
              </a:ext>
            </a:extLst>
          </p:cNvPr>
          <p:cNvSpPr>
            <a:spLocks noGrp="1"/>
          </p:cNvSpPr>
          <p:nvPr>
            <p:ph type="ctrTitle"/>
          </p:nvPr>
        </p:nvSpPr>
        <p:spPr>
          <a:xfrm>
            <a:off x="703385" y="2756231"/>
            <a:ext cx="11094293" cy="2387600"/>
          </a:xfrm>
        </p:spPr>
        <p:txBody>
          <a:bodyPr/>
          <a:lstStyle/>
          <a:p>
            <a:r>
              <a:rPr lang="en-GB" dirty="0"/>
              <a:t>New grouping results</a:t>
            </a:r>
          </a:p>
        </p:txBody>
      </p:sp>
      <p:sp>
        <p:nvSpPr>
          <p:cNvPr id="3" name="Subtitle 2">
            <a:extLst>
              <a:ext uri="{FF2B5EF4-FFF2-40B4-BE49-F238E27FC236}">
                <a16:creationId xmlns:a16="http://schemas.microsoft.com/office/drawing/2014/main" id="{35C2F919-0DC7-0D12-FC54-F1B0B8791947}"/>
              </a:ext>
            </a:extLst>
          </p:cNvPr>
          <p:cNvSpPr>
            <a:spLocks noGrp="1"/>
          </p:cNvSpPr>
          <p:nvPr>
            <p:ph type="subTitle" idx="1"/>
          </p:nvPr>
        </p:nvSpPr>
        <p:spPr>
          <a:xfrm>
            <a:off x="1524000" y="4958450"/>
            <a:ext cx="9144000" cy="1655762"/>
          </a:xfrm>
        </p:spPr>
        <p:txBody>
          <a:bodyPr/>
          <a:lstStyle/>
          <a:p>
            <a:r>
              <a:rPr lang="en-GB" dirty="0"/>
              <a:t>Luca Terenzi</a:t>
            </a:r>
          </a:p>
        </p:txBody>
      </p:sp>
    </p:spTree>
    <p:extLst>
      <p:ext uri="{BB962C8B-B14F-4D97-AF65-F5344CB8AC3E}">
        <p14:creationId xmlns:p14="http://schemas.microsoft.com/office/powerpoint/2010/main" val="203171065"/>
      </p:ext>
    </p:extLst>
  </p:cSld>
  <p:clrMapOvr>
    <a:masterClrMapping/>
  </p:clrMapOvr>
  <mc:AlternateContent xmlns:mc="http://schemas.openxmlformats.org/markup-compatibility/2006" xmlns:p14="http://schemas.microsoft.com/office/powerpoint/2010/main">
    <mc:Choice Requires="p14">
      <p:transition spd="slow" p14:dur="2000" advTm="12354"/>
    </mc:Choice>
    <mc:Fallback xmlns="">
      <p:transition spd="slow" advTm="1235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CFC4E-29DD-9FD8-340E-77E564143D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45DDF4-57C2-90AD-7232-8B435D21C5B9}"/>
              </a:ext>
            </a:extLst>
          </p:cNvPr>
          <p:cNvSpPr>
            <a:spLocks noGrp="1"/>
          </p:cNvSpPr>
          <p:nvPr>
            <p:ph type="title"/>
          </p:nvPr>
        </p:nvSpPr>
        <p:spPr>
          <a:xfrm>
            <a:off x="1236000" y="270296"/>
            <a:ext cx="10515600" cy="633101"/>
          </a:xfrm>
        </p:spPr>
        <p:txBody>
          <a:bodyPr/>
          <a:lstStyle/>
          <a:p>
            <a:r>
              <a:rPr lang="en-GB" dirty="0"/>
              <a:t>Dead volume 3.0, 20 cm diameter phantom</a:t>
            </a:r>
            <a:endParaRPr lang="en-SE" dirty="0"/>
          </a:p>
        </p:txBody>
      </p:sp>
      <p:pic>
        <p:nvPicPr>
          <p:cNvPr id="4" name="Picture 3" descr="A graph of a volume&#10;&#10;AI-generated content may be incorrect.">
            <a:extLst>
              <a:ext uri="{FF2B5EF4-FFF2-40B4-BE49-F238E27FC236}">
                <a16:creationId xmlns:a16="http://schemas.microsoft.com/office/drawing/2014/main" id="{020E4EBA-E622-9E03-78E3-5782F2D887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0102" y="903397"/>
            <a:ext cx="4629157" cy="2893223"/>
          </a:xfrm>
          <a:prstGeom prst="rect">
            <a:avLst/>
          </a:prstGeom>
        </p:spPr>
      </p:pic>
      <p:pic>
        <p:nvPicPr>
          <p:cNvPr id="7" name="Picture 6" descr="A graph of a volume&#10;&#10;AI-generated content may be incorrect.">
            <a:extLst>
              <a:ext uri="{FF2B5EF4-FFF2-40B4-BE49-F238E27FC236}">
                <a16:creationId xmlns:a16="http://schemas.microsoft.com/office/drawing/2014/main" id="{0B1B85BA-132B-18BA-180A-D78C439F34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93800" y="1193796"/>
            <a:ext cx="4250400" cy="2656500"/>
          </a:xfrm>
          <a:prstGeom prst="rect">
            <a:avLst/>
          </a:prstGeom>
        </p:spPr>
      </p:pic>
      <p:pic>
        <p:nvPicPr>
          <p:cNvPr id="10" name="Picture 9" descr="A graph of a volume&#10;&#10;AI-generated content may be incorrect.">
            <a:extLst>
              <a:ext uri="{FF2B5EF4-FFF2-40B4-BE49-F238E27FC236}">
                <a16:creationId xmlns:a16="http://schemas.microsoft.com/office/drawing/2014/main" id="{38C669F7-EF54-5AD5-612B-C1A381C04F6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93800" y="3850296"/>
            <a:ext cx="4250400" cy="2656500"/>
          </a:xfrm>
          <a:prstGeom prst="rect">
            <a:avLst/>
          </a:prstGeom>
        </p:spPr>
      </p:pic>
      <p:pic>
        <p:nvPicPr>
          <p:cNvPr id="13" name="Picture 12" descr="A graph of a volume&#10;&#10;AI-generated content may be incorrect.">
            <a:extLst>
              <a:ext uri="{FF2B5EF4-FFF2-40B4-BE49-F238E27FC236}">
                <a16:creationId xmlns:a16="http://schemas.microsoft.com/office/drawing/2014/main" id="{F6FB470B-E0C2-64A0-6AB7-AA48D3929E7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0101" y="3850296"/>
            <a:ext cx="4629157" cy="2893223"/>
          </a:xfrm>
          <a:prstGeom prst="rect">
            <a:avLst/>
          </a:prstGeom>
        </p:spPr>
      </p:pic>
    </p:spTree>
    <p:extLst>
      <p:ext uri="{BB962C8B-B14F-4D97-AF65-F5344CB8AC3E}">
        <p14:creationId xmlns:p14="http://schemas.microsoft.com/office/powerpoint/2010/main" val="3324797872"/>
      </p:ext>
    </p:extLst>
  </p:cSld>
  <p:clrMapOvr>
    <a:masterClrMapping/>
  </p:clrMapOvr>
  <mc:AlternateContent xmlns:mc="http://schemas.openxmlformats.org/markup-compatibility/2006" xmlns:p14="http://schemas.microsoft.com/office/powerpoint/2010/main">
    <mc:Choice Requires="p14">
      <p:transition spd="slow" p14:dur="2000" advTm="47773"/>
    </mc:Choice>
    <mc:Fallback xmlns="">
      <p:transition spd="slow" advTm="4777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068AC-AB0B-43B8-5618-1CCCD5EEB0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4BEAB7-9922-5AA1-D2C9-A5315CF92068}"/>
              </a:ext>
            </a:extLst>
          </p:cNvPr>
          <p:cNvSpPr>
            <a:spLocks noGrp="1"/>
          </p:cNvSpPr>
          <p:nvPr>
            <p:ph type="title"/>
          </p:nvPr>
        </p:nvSpPr>
        <p:spPr>
          <a:xfrm>
            <a:off x="1236000" y="270296"/>
            <a:ext cx="10515600" cy="633101"/>
          </a:xfrm>
        </p:spPr>
        <p:txBody>
          <a:bodyPr/>
          <a:lstStyle/>
          <a:p>
            <a:r>
              <a:rPr lang="en-GB" dirty="0"/>
              <a:t>Dead volume 3.0, 20 cm diameter phantom</a:t>
            </a:r>
            <a:endParaRPr lang="en-SE" dirty="0"/>
          </a:p>
        </p:txBody>
      </p:sp>
      <p:graphicFrame>
        <p:nvGraphicFramePr>
          <p:cNvPr id="4" name="Table 3">
            <a:extLst>
              <a:ext uri="{FF2B5EF4-FFF2-40B4-BE49-F238E27FC236}">
                <a16:creationId xmlns:a16="http://schemas.microsoft.com/office/drawing/2014/main" id="{A151912E-5594-4AD8-7646-82D34A621A02}"/>
              </a:ext>
            </a:extLst>
          </p:cNvPr>
          <p:cNvGraphicFramePr>
            <a:graphicFrameLocks noGrp="1"/>
          </p:cNvGraphicFramePr>
          <p:nvPr>
            <p:extLst>
              <p:ext uri="{D42A27DB-BD31-4B8C-83A1-F6EECF244321}">
                <p14:modId xmlns:p14="http://schemas.microsoft.com/office/powerpoint/2010/main" val="3982339330"/>
              </p:ext>
            </p:extLst>
          </p:nvPr>
        </p:nvGraphicFramePr>
        <p:xfrm>
          <a:off x="3958290" y="1201737"/>
          <a:ext cx="7167104" cy="5556725"/>
        </p:xfrm>
        <a:graphic>
          <a:graphicData uri="http://schemas.openxmlformats.org/drawingml/2006/table">
            <a:tbl>
              <a:tblPr/>
              <a:tblGrid>
                <a:gridCol w="1124832">
                  <a:extLst>
                    <a:ext uri="{9D8B030D-6E8A-4147-A177-3AD203B41FA5}">
                      <a16:colId xmlns:a16="http://schemas.microsoft.com/office/drawing/2014/main" val="646428729"/>
                    </a:ext>
                  </a:extLst>
                </a:gridCol>
                <a:gridCol w="776904">
                  <a:extLst>
                    <a:ext uri="{9D8B030D-6E8A-4147-A177-3AD203B41FA5}">
                      <a16:colId xmlns:a16="http://schemas.microsoft.com/office/drawing/2014/main" val="1809265591"/>
                    </a:ext>
                  </a:extLst>
                </a:gridCol>
                <a:gridCol w="954746">
                  <a:extLst>
                    <a:ext uri="{9D8B030D-6E8A-4147-A177-3AD203B41FA5}">
                      <a16:colId xmlns:a16="http://schemas.microsoft.com/office/drawing/2014/main" val="1922376843"/>
                    </a:ext>
                  </a:extLst>
                </a:gridCol>
                <a:gridCol w="1232135">
                  <a:extLst>
                    <a:ext uri="{9D8B030D-6E8A-4147-A177-3AD203B41FA5}">
                      <a16:colId xmlns:a16="http://schemas.microsoft.com/office/drawing/2014/main" val="3669679319"/>
                    </a:ext>
                  </a:extLst>
                </a:gridCol>
                <a:gridCol w="1228435">
                  <a:extLst>
                    <a:ext uri="{9D8B030D-6E8A-4147-A177-3AD203B41FA5}">
                      <a16:colId xmlns:a16="http://schemas.microsoft.com/office/drawing/2014/main" val="4006074216"/>
                    </a:ext>
                  </a:extLst>
                </a:gridCol>
                <a:gridCol w="1139632">
                  <a:extLst>
                    <a:ext uri="{9D8B030D-6E8A-4147-A177-3AD203B41FA5}">
                      <a16:colId xmlns:a16="http://schemas.microsoft.com/office/drawing/2014/main" val="796832351"/>
                    </a:ext>
                  </a:extLst>
                </a:gridCol>
                <a:gridCol w="710420">
                  <a:extLst>
                    <a:ext uri="{9D8B030D-6E8A-4147-A177-3AD203B41FA5}">
                      <a16:colId xmlns:a16="http://schemas.microsoft.com/office/drawing/2014/main" val="266363211"/>
                    </a:ext>
                  </a:extLst>
                </a:gridCol>
              </a:tblGrid>
              <a:tr h="222121">
                <a:tc>
                  <a:txBody>
                    <a:bodyPr/>
                    <a:lstStyle/>
                    <a:p>
                      <a:pPr algn="l" fontAlgn="b">
                        <a:buNone/>
                      </a:pPr>
                      <a:r>
                        <a:rPr lang="en-GB" sz="1400" b="0" i="0" u="none" strike="noStrike" dirty="0" err="1">
                          <a:solidFill>
                            <a:srgbClr val="000000"/>
                          </a:solidFill>
                          <a:effectLst/>
                          <a:latin typeface="Aptos Narrow" panose="020B0004020202020204" pitchFamily="34" charset="0"/>
                        </a:rPr>
                        <a:t>dead_volume</a:t>
                      </a:r>
                      <a:endParaRPr lang="en-GB" sz="1400" b="0" i="0" u="none" strike="noStrike" dirty="0">
                        <a:solidFill>
                          <a:srgbClr val="000000"/>
                        </a:solidFill>
                        <a:effectLst/>
                        <a:latin typeface="Aptos Narrow" panose="020B0004020202020204" pitchFamily="34" charset="0"/>
                      </a:endParaRP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b">
                        <a:buNone/>
                      </a:pPr>
                      <a:r>
                        <a:rPr lang="en-GB" sz="1400" b="0" i="0" u="none" strike="noStrike">
                          <a:solidFill>
                            <a:srgbClr val="000000"/>
                          </a:solidFill>
                          <a:effectLst/>
                          <a:latin typeface="Aptos Narrow" panose="020B0004020202020204" pitchFamily="34" charset="0"/>
                        </a:rPr>
                        <a:t>threshold</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b">
                        <a:buNone/>
                      </a:pPr>
                      <a:r>
                        <a:rPr lang="en-GB" sz="1400" b="0" i="0" u="none" strike="noStrike">
                          <a:solidFill>
                            <a:srgbClr val="000000"/>
                          </a:solidFill>
                          <a:effectLst/>
                          <a:latin typeface="Aptos Narrow" panose="020B0004020202020204" pitchFamily="34" charset="0"/>
                        </a:rPr>
                        <a:t>efficiency</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b">
                        <a:buNone/>
                      </a:pPr>
                      <a:r>
                        <a:rPr lang="en-GB" sz="1400" b="0" i="0" u="none" strike="noStrike">
                          <a:solidFill>
                            <a:srgbClr val="000000"/>
                          </a:solidFill>
                          <a:effectLst/>
                          <a:latin typeface="Aptos Narrow" panose="020B0004020202020204" pitchFamily="34" charset="0"/>
                        </a:rPr>
                        <a:t>total_efficiency</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b">
                        <a:buNone/>
                      </a:pPr>
                      <a:r>
                        <a:rPr lang="en-GB" sz="1400" b="0" i="0" u="none" strike="noStrike">
                          <a:solidFill>
                            <a:srgbClr val="000000"/>
                          </a:solidFill>
                          <a:effectLst/>
                          <a:latin typeface="Aptos Narrow" panose="020B0004020202020204" pitchFamily="34" charset="0"/>
                        </a:rPr>
                        <a:t>scatter_fraction</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b">
                        <a:buNone/>
                      </a:pPr>
                      <a:r>
                        <a:rPr lang="en-GB" sz="1400" b="0" i="0" u="none" strike="noStrike">
                          <a:solidFill>
                            <a:srgbClr val="000000"/>
                          </a:solidFill>
                          <a:effectLst/>
                          <a:latin typeface="Aptos Narrow" panose="020B0004020202020204" pitchFamily="34" charset="0"/>
                        </a:rPr>
                        <a:t>best_threshold</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b">
                        <a:buNone/>
                      </a:pPr>
                      <a:r>
                        <a:rPr lang="en-GB" sz="1400" b="0" i="0" u="none" strike="noStrike">
                          <a:solidFill>
                            <a:srgbClr val="000000"/>
                          </a:solidFill>
                          <a:effectLst/>
                          <a:latin typeface="Aptos Narrow" panose="020B0004020202020204" pitchFamily="34" charset="0"/>
                        </a:rPr>
                        <a:t>best_snr</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203091693"/>
                  </a:ext>
                </a:extLst>
              </a:tr>
              <a:tr h="222121">
                <a:tc>
                  <a:txBody>
                    <a:bodyPr/>
                    <a:lstStyle/>
                    <a:p>
                      <a:pPr algn="r" fontAlgn="b">
                        <a:buNone/>
                      </a:pPr>
                      <a:r>
                        <a:rPr lang="en-SE" sz="1400" b="0" i="0" u="none" strike="noStrike">
                          <a:solidFill>
                            <a:srgbClr val="000000"/>
                          </a:solidFill>
                          <a:effectLst/>
                          <a:latin typeface="Aptos Narrow" panose="020B0004020202020204" pitchFamily="34" charset="0"/>
                        </a:rPr>
                        <a:t>0</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0</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0,93</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0,066</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0,069</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137</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63,8</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82884899"/>
                  </a:ext>
                </a:extLst>
              </a:tr>
              <a:tr h="222121">
                <a:tc>
                  <a:txBody>
                    <a:bodyPr/>
                    <a:lstStyle/>
                    <a:p>
                      <a:pPr algn="r" fontAlgn="b">
                        <a:buNone/>
                      </a:pPr>
                      <a:r>
                        <a:rPr lang="en-SE" sz="1400" b="0" i="0" u="none" strike="noStrike" dirty="0">
                          <a:solidFill>
                            <a:schemeClr val="tx1"/>
                          </a:solidFill>
                          <a:effectLst/>
                          <a:highlight>
                            <a:srgbClr val="FFFF00"/>
                          </a:highlight>
                          <a:latin typeface="Aptos Narrow" panose="020B0004020202020204" pitchFamily="34" charset="0"/>
                        </a:rPr>
                        <a:t>0,05</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chemeClr val="tx1"/>
                          </a:solidFill>
                          <a:effectLst/>
                          <a:highlight>
                            <a:srgbClr val="FFFF00"/>
                          </a:highlight>
                          <a:latin typeface="Aptos Narrow" panose="020B0004020202020204" pitchFamily="34" charset="0"/>
                        </a:rPr>
                        <a:t>0</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chemeClr val="tx1"/>
                          </a:solidFill>
                          <a:effectLst/>
                          <a:highlight>
                            <a:srgbClr val="FFFF00"/>
                          </a:highlight>
                          <a:latin typeface="Aptos Narrow" panose="020B0004020202020204" pitchFamily="34" charset="0"/>
                        </a:rPr>
                        <a:t>0,93</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chemeClr val="tx1"/>
                          </a:solidFill>
                          <a:effectLst/>
                          <a:highlight>
                            <a:srgbClr val="FFFF00"/>
                          </a:highlight>
                          <a:latin typeface="Aptos Narrow" panose="020B0004020202020204" pitchFamily="34" charset="0"/>
                        </a:rPr>
                        <a:t>0,055</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chemeClr val="tx1"/>
                          </a:solidFill>
                          <a:effectLst/>
                          <a:highlight>
                            <a:srgbClr val="FFFF00"/>
                          </a:highlight>
                          <a:latin typeface="Aptos Narrow" panose="020B0004020202020204" pitchFamily="34" charset="0"/>
                        </a:rPr>
                        <a:t>0,070</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chemeClr val="tx1"/>
                          </a:solidFill>
                          <a:effectLst/>
                          <a:highlight>
                            <a:srgbClr val="FFFF00"/>
                          </a:highlight>
                          <a:latin typeface="Aptos Narrow" panose="020B0004020202020204" pitchFamily="34" charset="0"/>
                        </a:rPr>
                        <a:t>137</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chemeClr val="tx1"/>
                          </a:solidFill>
                          <a:effectLst/>
                          <a:highlight>
                            <a:srgbClr val="FFFF00"/>
                          </a:highlight>
                          <a:latin typeface="Aptos Narrow" panose="020B0004020202020204" pitchFamily="34" charset="0"/>
                        </a:rPr>
                        <a:t>58,2</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87830463"/>
                  </a:ext>
                </a:extLst>
              </a:tr>
              <a:tr h="222121">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0,1</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0</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0,93</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0,046</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0,067</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137</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53,7</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48761896"/>
                  </a:ext>
                </a:extLst>
              </a:tr>
              <a:tr h="222121">
                <a:tc>
                  <a:txBody>
                    <a:bodyPr/>
                    <a:lstStyle/>
                    <a:p>
                      <a:pPr algn="r" fontAlgn="b">
                        <a:buNone/>
                      </a:pPr>
                      <a:r>
                        <a:rPr lang="en-SE" sz="1400" b="0" i="0" u="none" strike="noStrike">
                          <a:solidFill>
                            <a:srgbClr val="000000"/>
                          </a:solidFill>
                          <a:effectLst/>
                          <a:latin typeface="Aptos Narrow" panose="020B0004020202020204" pitchFamily="34" charset="0"/>
                        </a:rPr>
                        <a:t>0,15</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0</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latin typeface="Aptos Narrow" panose="020B0004020202020204" pitchFamily="34" charset="0"/>
                        </a:rPr>
                        <a:t>0,93</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0,039</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0,068</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137</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49,3</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65741258"/>
                  </a:ext>
                </a:extLst>
              </a:tr>
              <a:tr h="222121">
                <a:tc>
                  <a:txBody>
                    <a:bodyPr/>
                    <a:lstStyle/>
                    <a:p>
                      <a:pPr algn="r" fontAlgn="b">
                        <a:buNone/>
                      </a:pPr>
                      <a:r>
                        <a:rPr lang="en-SE" sz="1400" b="0" i="0" u="none" strike="noStrike">
                          <a:solidFill>
                            <a:srgbClr val="000000"/>
                          </a:solidFill>
                          <a:effectLst/>
                          <a:latin typeface="Aptos Narrow" panose="020B0004020202020204" pitchFamily="34" charset="0"/>
                        </a:rPr>
                        <a:t>0</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1</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latin typeface="Aptos Narrow" panose="020B0004020202020204" pitchFamily="34" charset="0"/>
                        </a:rPr>
                        <a:t>0,89</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0,065</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0,108</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135</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62,0</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10709905"/>
                  </a:ext>
                </a:extLst>
              </a:tr>
              <a:tr h="222121">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0,05</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1</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0,89</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0,055</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0,108</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135</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57,2</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747440487"/>
                  </a:ext>
                </a:extLst>
              </a:tr>
              <a:tr h="222121">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0,1</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1</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0,89</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0,047</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0,111</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135</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52,6</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90431003"/>
                  </a:ext>
                </a:extLst>
              </a:tr>
              <a:tr h="222121">
                <a:tc>
                  <a:txBody>
                    <a:bodyPr/>
                    <a:lstStyle/>
                    <a:p>
                      <a:pPr algn="r" fontAlgn="b">
                        <a:buNone/>
                      </a:pPr>
                      <a:r>
                        <a:rPr lang="en-SE" sz="1400" b="0" i="0" u="none" strike="noStrike">
                          <a:solidFill>
                            <a:srgbClr val="000000"/>
                          </a:solidFill>
                          <a:effectLst/>
                          <a:latin typeface="Aptos Narrow" panose="020B0004020202020204" pitchFamily="34" charset="0"/>
                        </a:rPr>
                        <a:t>0,15</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1</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0,89</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0,039</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0,115</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135</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48,0</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958532668"/>
                  </a:ext>
                </a:extLst>
              </a:tr>
              <a:tr h="222121">
                <a:tc>
                  <a:txBody>
                    <a:bodyPr/>
                    <a:lstStyle/>
                    <a:p>
                      <a:pPr algn="r" fontAlgn="b">
                        <a:buNone/>
                      </a:pPr>
                      <a:r>
                        <a:rPr lang="en-SE" sz="1400" b="0" i="0" u="none" strike="noStrike">
                          <a:solidFill>
                            <a:srgbClr val="000000"/>
                          </a:solidFill>
                          <a:effectLst/>
                          <a:latin typeface="Aptos Narrow" panose="020B0004020202020204" pitchFamily="34" charset="0"/>
                        </a:rPr>
                        <a:t>0</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2</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0,85</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latin typeface="Aptos Narrow" panose="020B0004020202020204" pitchFamily="34" charset="0"/>
                        </a:rPr>
                        <a:t>0,062</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0,153</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133</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59,3</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58657259"/>
                  </a:ext>
                </a:extLst>
              </a:tr>
              <a:tr h="222121">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0,05</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highlight>
                            <a:srgbClr val="FFFF00"/>
                          </a:highlight>
                          <a:latin typeface="Aptos Narrow" panose="020B0004020202020204" pitchFamily="34" charset="0"/>
                        </a:rPr>
                        <a:t>2</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0,84</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0,052</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0,155</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133</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54,2</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493027766"/>
                  </a:ext>
                </a:extLst>
              </a:tr>
              <a:tr h="222121">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0,1</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2</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0,85</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0,046</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0,152</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133</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51,1</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735884802"/>
                  </a:ext>
                </a:extLst>
              </a:tr>
              <a:tr h="222121">
                <a:tc>
                  <a:txBody>
                    <a:bodyPr/>
                    <a:lstStyle/>
                    <a:p>
                      <a:pPr algn="r" fontAlgn="b">
                        <a:buNone/>
                      </a:pPr>
                      <a:r>
                        <a:rPr lang="en-SE" sz="1400" b="0" i="0" u="none" strike="noStrike">
                          <a:solidFill>
                            <a:srgbClr val="000000"/>
                          </a:solidFill>
                          <a:effectLst/>
                          <a:latin typeface="Aptos Narrow" panose="020B0004020202020204" pitchFamily="34" charset="0"/>
                        </a:rPr>
                        <a:t>0,15</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2</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latin typeface="Aptos Narrow" panose="020B0004020202020204" pitchFamily="34" charset="0"/>
                        </a:rPr>
                        <a:t>0,85</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latin typeface="Aptos Narrow" panose="020B0004020202020204" pitchFamily="34" charset="0"/>
                        </a:rPr>
                        <a:t>0,039</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0,154</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133</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46,9</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48946266"/>
                  </a:ext>
                </a:extLst>
              </a:tr>
              <a:tr h="222121">
                <a:tc>
                  <a:txBody>
                    <a:bodyPr/>
                    <a:lstStyle/>
                    <a:p>
                      <a:pPr algn="r" fontAlgn="b">
                        <a:buNone/>
                      </a:pPr>
                      <a:r>
                        <a:rPr lang="en-SE" sz="1400" b="0" i="0" u="none" strike="noStrike">
                          <a:solidFill>
                            <a:srgbClr val="000000"/>
                          </a:solidFill>
                          <a:effectLst/>
                          <a:latin typeface="Aptos Narrow" panose="020B0004020202020204" pitchFamily="34" charset="0"/>
                        </a:rPr>
                        <a:t>0</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3</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0,79</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0,062</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latin typeface="Aptos Narrow" panose="020B0004020202020204" pitchFamily="34" charset="0"/>
                        </a:rPr>
                        <a:t>0,212</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130</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57,2</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24692825"/>
                  </a:ext>
                </a:extLst>
              </a:tr>
              <a:tr h="222121">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0,05</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3</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highlight>
                            <a:srgbClr val="FFFF00"/>
                          </a:highlight>
                          <a:latin typeface="Aptos Narrow" panose="020B0004020202020204" pitchFamily="34" charset="0"/>
                        </a:rPr>
                        <a:t>0,79</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highlight>
                            <a:srgbClr val="FFFF00"/>
                          </a:highlight>
                          <a:latin typeface="Aptos Narrow" panose="020B0004020202020204" pitchFamily="34" charset="0"/>
                        </a:rPr>
                        <a:t>0,053</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highlight>
                            <a:srgbClr val="FFFF00"/>
                          </a:highlight>
                          <a:latin typeface="Aptos Narrow" panose="020B0004020202020204" pitchFamily="34" charset="0"/>
                        </a:rPr>
                        <a:t>0,214</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130</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52,9</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237452147"/>
                  </a:ext>
                </a:extLst>
              </a:tr>
              <a:tr h="222121">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0,1</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3</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0,78</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highlight>
                            <a:srgbClr val="FFFF00"/>
                          </a:highlight>
                          <a:latin typeface="Aptos Narrow" panose="020B0004020202020204" pitchFamily="34" charset="0"/>
                        </a:rPr>
                        <a:t>0,046</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0,217</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highlight>
                            <a:srgbClr val="FFFF00"/>
                          </a:highlight>
                          <a:latin typeface="Aptos Narrow" panose="020B0004020202020204" pitchFamily="34" charset="0"/>
                        </a:rPr>
                        <a:t>130</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highlight>
                            <a:srgbClr val="FFFF00"/>
                          </a:highlight>
                          <a:latin typeface="Aptos Narrow" panose="020B0004020202020204" pitchFamily="34" charset="0"/>
                        </a:rPr>
                        <a:t>49,0</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994687301"/>
                  </a:ext>
                </a:extLst>
              </a:tr>
              <a:tr h="222121">
                <a:tc>
                  <a:txBody>
                    <a:bodyPr/>
                    <a:lstStyle/>
                    <a:p>
                      <a:pPr algn="r" fontAlgn="b">
                        <a:buNone/>
                      </a:pPr>
                      <a:r>
                        <a:rPr lang="en-SE" sz="1400" b="0" i="0" u="none" strike="noStrike">
                          <a:solidFill>
                            <a:srgbClr val="000000"/>
                          </a:solidFill>
                          <a:effectLst/>
                          <a:latin typeface="Aptos Narrow" panose="020B0004020202020204" pitchFamily="34" charset="0"/>
                        </a:rPr>
                        <a:t>0,15</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3</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0,78</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latin typeface="Aptos Narrow" panose="020B0004020202020204" pitchFamily="34" charset="0"/>
                        </a:rPr>
                        <a:t>0,039</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0,224</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130</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latin typeface="Aptos Narrow" panose="020B0004020202020204" pitchFamily="34" charset="0"/>
                        </a:rPr>
                        <a:t>44,8</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441806956"/>
                  </a:ext>
                </a:extLst>
              </a:tr>
              <a:tr h="222121">
                <a:tc>
                  <a:txBody>
                    <a:bodyPr/>
                    <a:lstStyle/>
                    <a:p>
                      <a:pPr algn="r" fontAlgn="b">
                        <a:buNone/>
                      </a:pPr>
                      <a:r>
                        <a:rPr lang="en-SE" sz="1400" b="0" i="0" u="none" strike="noStrike">
                          <a:solidFill>
                            <a:srgbClr val="000000"/>
                          </a:solidFill>
                          <a:effectLst/>
                          <a:latin typeface="Aptos Narrow" panose="020B0004020202020204" pitchFamily="34" charset="0"/>
                        </a:rPr>
                        <a:t>0</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4</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0,78</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latin typeface="Aptos Narrow" panose="020B0004020202020204" pitchFamily="34" charset="0"/>
                        </a:rPr>
                        <a:t>0,058</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latin typeface="Aptos Narrow" panose="020B0004020202020204" pitchFamily="34" charset="0"/>
                        </a:rPr>
                        <a:t>0,221</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latin typeface="Aptos Narrow" panose="020B0004020202020204" pitchFamily="34" charset="0"/>
                        </a:rPr>
                        <a:t>129</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54,8</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01196093"/>
                  </a:ext>
                </a:extLst>
              </a:tr>
              <a:tr h="222121">
                <a:tc>
                  <a:txBody>
                    <a:bodyPr/>
                    <a:lstStyle/>
                    <a:p>
                      <a:pPr algn="r" fontAlgn="b">
                        <a:buNone/>
                      </a:pPr>
                      <a:r>
                        <a:rPr lang="en-SE" sz="1400" b="0" i="0" u="none" strike="noStrike">
                          <a:solidFill>
                            <a:srgbClr val="000000"/>
                          </a:solidFill>
                          <a:effectLst/>
                          <a:latin typeface="Aptos Narrow" panose="020B0004020202020204" pitchFamily="34" charset="0"/>
                        </a:rPr>
                        <a:t>0,05</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4</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0,78</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0,050</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0,223</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129</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51,0</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19814338"/>
                  </a:ext>
                </a:extLst>
              </a:tr>
              <a:tr h="222121">
                <a:tc>
                  <a:txBody>
                    <a:bodyPr/>
                    <a:lstStyle/>
                    <a:p>
                      <a:pPr algn="r" fontAlgn="b">
                        <a:buNone/>
                      </a:pPr>
                      <a:r>
                        <a:rPr lang="en-SE" sz="1400" b="0" i="0" u="none" strike="noStrike">
                          <a:solidFill>
                            <a:srgbClr val="000000"/>
                          </a:solidFill>
                          <a:effectLst/>
                          <a:latin typeface="Aptos Narrow" panose="020B0004020202020204" pitchFamily="34" charset="0"/>
                        </a:rPr>
                        <a:t>0,1</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4</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0,77</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0,044</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0,226</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129</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47,4</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244706849"/>
                  </a:ext>
                </a:extLst>
              </a:tr>
              <a:tr h="222121">
                <a:tc>
                  <a:txBody>
                    <a:bodyPr/>
                    <a:lstStyle/>
                    <a:p>
                      <a:pPr algn="r" fontAlgn="b">
                        <a:buNone/>
                      </a:pPr>
                      <a:r>
                        <a:rPr lang="en-SE" sz="1400" b="0" i="0" u="none" strike="noStrike">
                          <a:solidFill>
                            <a:srgbClr val="000000"/>
                          </a:solidFill>
                          <a:effectLst/>
                          <a:latin typeface="Aptos Narrow" panose="020B0004020202020204" pitchFamily="34" charset="0"/>
                        </a:rPr>
                        <a:t>0,15</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4</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0,77</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0,037</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0,225</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129</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latin typeface="Aptos Narrow" panose="020B0004020202020204" pitchFamily="34" charset="0"/>
                        </a:rPr>
                        <a:t>43,8</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314258651"/>
                  </a:ext>
                </a:extLst>
              </a:tr>
              <a:tr h="222121">
                <a:tc>
                  <a:txBody>
                    <a:bodyPr/>
                    <a:lstStyle/>
                    <a:p>
                      <a:pPr algn="r" fontAlgn="b">
                        <a:buNone/>
                      </a:pPr>
                      <a:r>
                        <a:rPr lang="en-SE" sz="1400" b="0" i="0" u="none" strike="noStrike">
                          <a:solidFill>
                            <a:srgbClr val="000000"/>
                          </a:solidFill>
                          <a:effectLst/>
                          <a:latin typeface="Aptos Narrow" panose="020B0004020202020204" pitchFamily="34" charset="0"/>
                        </a:rPr>
                        <a:t>0</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5</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0,68</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0,061</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0,318</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124</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52,7</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17775408"/>
                  </a:ext>
                </a:extLst>
              </a:tr>
              <a:tr h="222121">
                <a:tc>
                  <a:txBody>
                    <a:bodyPr/>
                    <a:lstStyle/>
                    <a:p>
                      <a:pPr algn="r" fontAlgn="b">
                        <a:buNone/>
                      </a:pPr>
                      <a:r>
                        <a:rPr lang="en-SE" sz="1400" b="0" i="0" u="none" strike="noStrike">
                          <a:solidFill>
                            <a:srgbClr val="000000"/>
                          </a:solidFill>
                          <a:effectLst/>
                          <a:latin typeface="Aptos Narrow" panose="020B0004020202020204" pitchFamily="34" charset="0"/>
                        </a:rPr>
                        <a:t>0,05</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5</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0,68</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0,053</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0,322</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124</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latin typeface="Aptos Narrow" panose="020B0004020202020204" pitchFamily="34" charset="0"/>
                        </a:rPr>
                        <a:t>49,0</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763998150"/>
                  </a:ext>
                </a:extLst>
              </a:tr>
              <a:tr h="222121">
                <a:tc>
                  <a:txBody>
                    <a:bodyPr/>
                    <a:lstStyle/>
                    <a:p>
                      <a:pPr algn="r" fontAlgn="b">
                        <a:buNone/>
                      </a:pPr>
                      <a:r>
                        <a:rPr lang="en-SE" sz="1400" b="0" i="0" u="none" strike="noStrike">
                          <a:solidFill>
                            <a:srgbClr val="000000"/>
                          </a:solidFill>
                          <a:effectLst/>
                          <a:latin typeface="Aptos Narrow" panose="020B0004020202020204" pitchFamily="34" charset="0"/>
                        </a:rPr>
                        <a:t>0,1</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5</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0,68</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0,047</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0,322</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124</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latin typeface="Aptos Narrow" panose="020B0004020202020204" pitchFamily="34" charset="0"/>
                        </a:rPr>
                        <a:t>46,0</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969276342"/>
                  </a:ext>
                </a:extLst>
              </a:tr>
              <a:tr h="222121">
                <a:tc>
                  <a:txBody>
                    <a:bodyPr/>
                    <a:lstStyle/>
                    <a:p>
                      <a:pPr algn="r" fontAlgn="b">
                        <a:buNone/>
                      </a:pPr>
                      <a:r>
                        <a:rPr lang="en-SE" sz="1400" b="0" i="0" u="none" strike="noStrike">
                          <a:solidFill>
                            <a:srgbClr val="000000"/>
                          </a:solidFill>
                          <a:effectLst/>
                          <a:latin typeface="Aptos Narrow" panose="020B0004020202020204" pitchFamily="34" charset="0"/>
                        </a:rPr>
                        <a:t>0,15</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5</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0,67</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0,040</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0,330</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a:solidFill>
                            <a:srgbClr val="000000"/>
                          </a:solidFill>
                          <a:effectLst/>
                          <a:latin typeface="Aptos Narrow" panose="020B0004020202020204" pitchFamily="34" charset="0"/>
                        </a:rPr>
                        <a:t>124</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buNone/>
                      </a:pPr>
                      <a:r>
                        <a:rPr lang="en-SE" sz="1400" b="0" i="0" u="none" strike="noStrike" dirty="0">
                          <a:solidFill>
                            <a:srgbClr val="000000"/>
                          </a:solidFill>
                          <a:effectLst/>
                          <a:latin typeface="Aptos Narrow" panose="020B0004020202020204" pitchFamily="34" charset="0"/>
                        </a:rPr>
                        <a:t>42,1</a:t>
                      </a:r>
                    </a:p>
                  </a:txBody>
                  <a:tcPr marL="8909" marR="8909" marT="890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401311546"/>
                  </a:ext>
                </a:extLst>
              </a:tr>
            </a:tbl>
          </a:graphicData>
        </a:graphic>
      </p:graphicFrame>
    </p:spTree>
    <p:extLst>
      <p:ext uri="{BB962C8B-B14F-4D97-AF65-F5344CB8AC3E}">
        <p14:creationId xmlns:p14="http://schemas.microsoft.com/office/powerpoint/2010/main" val="2291442983"/>
      </p:ext>
    </p:extLst>
  </p:cSld>
  <p:clrMapOvr>
    <a:masterClrMapping/>
  </p:clrMapOvr>
  <mc:AlternateContent xmlns:mc="http://schemas.openxmlformats.org/markup-compatibility/2006" xmlns:p14="http://schemas.microsoft.com/office/powerpoint/2010/main">
    <mc:Choice Requires="p14">
      <p:transition spd="slow" p14:dur="2000" advTm="47773"/>
    </mc:Choice>
    <mc:Fallback xmlns="">
      <p:transition spd="slow" advTm="47773"/>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54A15-51A7-CF5D-D9B2-F1D0C36EB5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44855C-EA4A-E3DE-3ADF-FEB2DA93B703}"/>
              </a:ext>
            </a:extLst>
          </p:cNvPr>
          <p:cNvSpPr>
            <a:spLocks noGrp="1"/>
          </p:cNvSpPr>
          <p:nvPr>
            <p:ph type="title"/>
          </p:nvPr>
        </p:nvSpPr>
        <p:spPr>
          <a:xfrm>
            <a:off x="1236000" y="270296"/>
            <a:ext cx="10515600" cy="633101"/>
          </a:xfrm>
        </p:spPr>
        <p:txBody>
          <a:bodyPr/>
          <a:lstStyle/>
          <a:p>
            <a:r>
              <a:rPr lang="en-GB" sz="3200" dirty="0"/>
              <a:t>Same case (left), dead volume geometry simulated (right)</a:t>
            </a:r>
            <a:endParaRPr lang="en-SE" sz="3200" dirty="0"/>
          </a:p>
        </p:txBody>
      </p:sp>
      <p:pic>
        <p:nvPicPr>
          <p:cNvPr id="7" name="Picture 6" descr="A graph of a volume&#10;&#10;AI-generated content may be incorrect.">
            <a:extLst>
              <a:ext uri="{FF2B5EF4-FFF2-40B4-BE49-F238E27FC236}">
                <a16:creationId xmlns:a16="http://schemas.microsoft.com/office/drawing/2014/main" id="{58B53296-E2EA-00AF-7B22-6C9CA98FCC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1978" y="977895"/>
            <a:ext cx="4415021" cy="2759388"/>
          </a:xfrm>
          <a:prstGeom prst="rect">
            <a:avLst/>
          </a:prstGeom>
        </p:spPr>
      </p:pic>
      <p:pic>
        <p:nvPicPr>
          <p:cNvPr id="5" name="Picture 4" descr="A graph of a volume&#10;&#10;AI-generated content may be incorrect.">
            <a:extLst>
              <a:ext uri="{FF2B5EF4-FFF2-40B4-BE49-F238E27FC236}">
                <a16:creationId xmlns:a16="http://schemas.microsoft.com/office/drawing/2014/main" id="{13A313A2-B44B-67FD-EAD8-E96D8F8A6A6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21901" y="3893895"/>
            <a:ext cx="4654319" cy="2908950"/>
          </a:xfrm>
          <a:prstGeom prst="rect">
            <a:avLst/>
          </a:prstGeom>
        </p:spPr>
      </p:pic>
      <p:pic>
        <p:nvPicPr>
          <p:cNvPr id="8" name="Picture 7" descr="A graph of a volume&#10;&#10;AI-generated content may be incorrect.">
            <a:extLst>
              <a:ext uri="{FF2B5EF4-FFF2-40B4-BE49-F238E27FC236}">
                <a16:creationId xmlns:a16="http://schemas.microsoft.com/office/drawing/2014/main" id="{54354B56-A237-CC03-6D5D-5E9C3C2D6FC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69742" y="858096"/>
            <a:ext cx="4857279" cy="3035799"/>
          </a:xfrm>
          <a:prstGeom prst="rect">
            <a:avLst/>
          </a:prstGeom>
        </p:spPr>
      </p:pic>
      <p:pic>
        <p:nvPicPr>
          <p:cNvPr id="14" name="Picture 13" descr="A graph of a volume&#10;&#10;AI-generated content may be incorrect.">
            <a:extLst>
              <a:ext uri="{FF2B5EF4-FFF2-40B4-BE49-F238E27FC236}">
                <a16:creationId xmlns:a16="http://schemas.microsoft.com/office/drawing/2014/main" id="{E1184FB8-1400-CEE4-5419-B71DB763ABF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2531" y="3737283"/>
            <a:ext cx="4706002" cy="2941251"/>
          </a:xfrm>
          <a:prstGeom prst="rect">
            <a:avLst/>
          </a:prstGeom>
        </p:spPr>
      </p:pic>
      <p:cxnSp>
        <p:nvCxnSpPr>
          <p:cNvPr id="15" name="Straight Connector 14">
            <a:extLst>
              <a:ext uri="{FF2B5EF4-FFF2-40B4-BE49-F238E27FC236}">
                <a16:creationId xmlns:a16="http://schemas.microsoft.com/office/drawing/2014/main" id="{BFA4D2A7-DCE8-D6AE-4372-FDF3CF017B64}"/>
              </a:ext>
            </a:extLst>
          </p:cNvPr>
          <p:cNvCxnSpPr>
            <a:cxnSpLocks/>
          </p:cNvCxnSpPr>
          <p:nvPr/>
        </p:nvCxnSpPr>
        <p:spPr>
          <a:xfrm flipV="1">
            <a:off x="5511794" y="1054100"/>
            <a:ext cx="0" cy="552132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0A6DDD89-AE7A-068F-2B0D-0C53E1A0DD18}"/>
              </a:ext>
            </a:extLst>
          </p:cNvPr>
          <p:cNvSpPr txBox="1"/>
          <p:nvPr/>
        </p:nvSpPr>
        <p:spPr>
          <a:xfrm>
            <a:off x="5528788" y="3638863"/>
            <a:ext cx="2952750" cy="646331"/>
          </a:xfrm>
          <a:prstGeom prst="rect">
            <a:avLst/>
          </a:prstGeom>
          <a:noFill/>
        </p:spPr>
        <p:txBody>
          <a:bodyPr wrap="square" rtlCol="0">
            <a:spAutoFit/>
          </a:bodyPr>
          <a:lstStyle/>
          <a:p>
            <a:r>
              <a:rPr lang="en-GB" sz="1200" dirty="0"/>
              <a:t>Less statistic ( 100 k events) due to increased computational cost and RAM usage</a:t>
            </a:r>
            <a:endParaRPr lang="en-SE" sz="1200" dirty="0"/>
          </a:p>
        </p:txBody>
      </p:sp>
    </p:spTree>
    <p:extLst>
      <p:ext uri="{BB962C8B-B14F-4D97-AF65-F5344CB8AC3E}">
        <p14:creationId xmlns:p14="http://schemas.microsoft.com/office/powerpoint/2010/main" val="364299638"/>
      </p:ext>
    </p:extLst>
  </p:cSld>
  <p:clrMapOvr>
    <a:masterClrMapping/>
  </p:clrMapOvr>
  <mc:AlternateContent xmlns:mc="http://schemas.openxmlformats.org/markup-compatibility/2006" xmlns:p14="http://schemas.microsoft.com/office/powerpoint/2010/main">
    <mc:Choice Requires="p14">
      <p:transition spd="slow" p14:dur="2000" advTm="47773"/>
    </mc:Choice>
    <mc:Fallback xmlns="">
      <p:transition spd="slow" advTm="47773"/>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B639F-16BA-F7C2-AA37-36D28AC800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C7E6C2-450C-B0AA-C991-F2D08D20074F}"/>
              </a:ext>
            </a:extLst>
          </p:cNvPr>
          <p:cNvSpPr>
            <a:spLocks noGrp="1"/>
          </p:cNvSpPr>
          <p:nvPr>
            <p:ph type="title"/>
          </p:nvPr>
        </p:nvSpPr>
        <p:spPr>
          <a:xfrm>
            <a:off x="1236000" y="270296"/>
            <a:ext cx="10515600" cy="633101"/>
          </a:xfrm>
        </p:spPr>
        <p:txBody>
          <a:bodyPr/>
          <a:lstStyle/>
          <a:p>
            <a:r>
              <a:rPr lang="en-GB" dirty="0"/>
              <a:t>Grouping algorithm</a:t>
            </a:r>
            <a:endParaRPr lang="en-SE" dirty="0"/>
          </a:p>
        </p:txBody>
      </p:sp>
      <p:pic>
        <p:nvPicPr>
          <p:cNvPr id="3" name="Picture 2">
            <a:extLst>
              <a:ext uri="{FF2B5EF4-FFF2-40B4-BE49-F238E27FC236}">
                <a16:creationId xmlns:a16="http://schemas.microsoft.com/office/drawing/2014/main" id="{C252AEF0-A434-D0AA-5B42-0BDC3E163986}"/>
              </a:ext>
            </a:extLst>
          </p:cNvPr>
          <p:cNvPicPr>
            <a:picLocks noChangeAspect="1"/>
          </p:cNvPicPr>
          <p:nvPr/>
        </p:nvPicPr>
        <p:blipFill>
          <a:blip r:embed="rId3"/>
          <a:srcRect t="7332" b="41855"/>
          <a:stretch>
            <a:fillRect/>
          </a:stretch>
        </p:blipFill>
        <p:spPr>
          <a:xfrm>
            <a:off x="664500" y="1327150"/>
            <a:ext cx="3988177" cy="2101850"/>
          </a:xfrm>
          <a:prstGeom prst="rect">
            <a:avLst/>
          </a:prstGeom>
        </p:spPr>
      </p:pic>
      <p:sp>
        <p:nvSpPr>
          <p:cNvPr id="5" name="TextBox 4">
            <a:extLst>
              <a:ext uri="{FF2B5EF4-FFF2-40B4-BE49-F238E27FC236}">
                <a16:creationId xmlns:a16="http://schemas.microsoft.com/office/drawing/2014/main" id="{A38E7819-A079-75E0-1FEE-DE8E3234160A}"/>
              </a:ext>
            </a:extLst>
          </p:cNvPr>
          <p:cNvSpPr txBox="1"/>
          <p:nvPr/>
        </p:nvSpPr>
        <p:spPr>
          <a:xfrm>
            <a:off x="4843603" y="1093078"/>
            <a:ext cx="7348397"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sz="1600" b="1" dirty="0">
                <a:ea typeface="+mn-lt"/>
                <a:cs typeface="+mn-lt"/>
              </a:rPr>
              <a:t>Seeding interaction: </a:t>
            </a:r>
            <a:r>
              <a:rPr lang="en-US" sz="1600" dirty="0">
                <a:ea typeface="+mn-lt"/>
                <a:cs typeface="+mn-lt"/>
              </a:rPr>
              <a:t>We take the first ungrouped interaction and try to group it to all other interactions from the same event</a:t>
            </a:r>
          </a:p>
          <a:p>
            <a:pPr marL="285750" indent="-285750">
              <a:buFont typeface="Arial" panose="020B0604020202020204" pitchFamily="34" charset="0"/>
              <a:buChar char="•"/>
            </a:pPr>
            <a:endParaRPr lang="en-US" sz="1600" b="1" dirty="0">
              <a:ea typeface="+mn-lt"/>
              <a:cs typeface="+mn-lt"/>
            </a:endParaRPr>
          </a:p>
          <a:p>
            <a:pPr marL="285750" indent="-285750">
              <a:buFont typeface="Arial" panose="020B0604020202020204" pitchFamily="34" charset="0"/>
              <a:buChar char="•"/>
            </a:pPr>
            <a:r>
              <a:rPr lang="en-US" sz="1600" b="1" dirty="0">
                <a:ea typeface="+mn-lt"/>
                <a:cs typeface="+mn-lt"/>
              </a:rPr>
              <a:t>Time window: </a:t>
            </a:r>
            <a:r>
              <a:rPr lang="en-US" sz="1600" dirty="0">
                <a:ea typeface="+mn-lt"/>
                <a:cs typeface="+mn-lt"/>
              </a:rPr>
              <a:t>we take a first time window based on the time uncertainty of the seeding interaction, and we take all interaction within it. Then a second time window, based on the worst possible time uncertainty and we take from that one all interactions that have an energy deposited smaller than the seeding interaction.</a:t>
            </a:r>
            <a:endParaRPr lang="en-US" sz="1600" b="1" dirty="0">
              <a:ea typeface="+mn-lt"/>
              <a:cs typeface="+mn-lt"/>
            </a:endParaRPr>
          </a:p>
          <a:p>
            <a:pPr marL="285750" indent="-285750">
              <a:buFont typeface="Arial" panose="020B0604020202020204" pitchFamily="34" charset="0"/>
              <a:buChar char="•"/>
            </a:pPr>
            <a:endParaRPr lang="en-US" sz="1600" b="1" dirty="0">
              <a:ea typeface="+mn-lt"/>
              <a:cs typeface="+mn-lt"/>
            </a:endParaRPr>
          </a:p>
          <a:p>
            <a:pPr marL="285750" indent="-285750">
              <a:buFont typeface="Arial" panose="020B0604020202020204" pitchFamily="34" charset="0"/>
              <a:buChar char="•"/>
            </a:pPr>
            <a:r>
              <a:rPr lang="en-US" sz="1600" b="1" dirty="0">
                <a:ea typeface="+mn-lt"/>
                <a:cs typeface="+mn-lt"/>
              </a:rPr>
              <a:t>Grouping algorithm</a:t>
            </a:r>
            <a:r>
              <a:rPr lang="en-US" sz="1600" dirty="0">
                <a:ea typeface="+mn-lt"/>
                <a:cs typeface="+mn-lt"/>
              </a:rPr>
              <a:t>: start from seed </a:t>
            </a:r>
            <a:r>
              <a:rPr lang="en-US" sz="1600" dirty="0">
                <a:ea typeface="+mn-lt"/>
                <a:cs typeface="+mn-lt"/>
                <a:sym typeface="Wingdings" panose="05000000000000000000" pitchFamily="2" charset="2"/>
              </a:rPr>
              <a:t> take closest point  compute radius of interaction volume  if below threshold remove last interaction and stop, otherwise continue.</a:t>
            </a:r>
          </a:p>
          <a:p>
            <a:endParaRPr lang="en-US" sz="1600" dirty="0">
              <a:ea typeface="+mn-lt"/>
              <a:cs typeface="+mn-lt"/>
              <a:sym typeface="Wingdings" panose="05000000000000000000" pitchFamily="2" charset="2"/>
            </a:endParaRPr>
          </a:p>
          <a:p>
            <a:r>
              <a:rPr lang="en-US" sz="1600" dirty="0">
                <a:ea typeface="+mn-lt"/>
                <a:cs typeface="+mn-lt"/>
                <a:sym typeface="Wingdings" panose="05000000000000000000" pitchFamily="2" charset="2"/>
              </a:rPr>
              <a:t>NB: in this case the threshold was computed as the radius values for the 75</a:t>
            </a:r>
            <a:r>
              <a:rPr lang="en-US" sz="1600" baseline="30000" dirty="0">
                <a:ea typeface="+mn-lt"/>
                <a:cs typeface="+mn-lt"/>
                <a:sym typeface="Wingdings" panose="05000000000000000000" pitchFamily="2" charset="2"/>
              </a:rPr>
              <a:t>th</a:t>
            </a:r>
            <a:r>
              <a:rPr lang="en-US" sz="1600" dirty="0">
                <a:ea typeface="+mn-lt"/>
                <a:cs typeface="+mn-lt"/>
                <a:sym typeface="Wingdings" panose="05000000000000000000" pitchFamily="2" charset="2"/>
              </a:rPr>
              <a:t> percentile</a:t>
            </a:r>
            <a:endParaRPr lang="en-US" sz="1600" dirty="0">
              <a:ea typeface="+mn-lt"/>
              <a:cs typeface="+mn-lt"/>
            </a:endParaRPr>
          </a:p>
        </p:txBody>
      </p:sp>
      <p:pic>
        <p:nvPicPr>
          <p:cNvPr id="6" name="Picture 5" descr="A graph of different colored lines&#10;&#10;AI-generated content may be incorrect.">
            <a:extLst>
              <a:ext uri="{FF2B5EF4-FFF2-40B4-BE49-F238E27FC236}">
                <a16:creationId xmlns:a16="http://schemas.microsoft.com/office/drawing/2014/main" id="{9526916E-5B09-9D33-9A63-36184FF5A4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923738"/>
            <a:ext cx="4708803" cy="2943002"/>
          </a:xfrm>
          <a:prstGeom prst="rect">
            <a:avLst/>
          </a:prstGeom>
        </p:spPr>
      </p:pic>
      <p:pic>
        <p:nvPicPr>
          <p:cNvPr id="8" name="Picture 7">
            <a:extLst>
              <a:ext uri="{FF2B5EF4-FFF2-40B4-BE49-F238E27FC236}">
                <a16:creationId xmlns:a16="http://schemas.microsoft.com/office/drawing/2014/main" id="{EAF21C59-F4BC-BC81-B5F5-A26B925ABF2B}"/>
              </a:ext>
            </a:extLst>
          </p:cNvPr>
          <p:cNvPicPr>
            <a:picLocks noChangeAspect="1"/>
          </p:cNvPicPr>
          <p:nvPr/>
        </p:nvPicPr>
        <p:blipFill>
          <a:blip r:embed="rId5"/>
          <a:srcRect r="47619" b="34133"/>
          <a:stretch>
            <a:fillRect/>
          </a:stretch>
        </p:blipFill>
        <p:spPr>
          <a:xfrm>
            <a:off x="6000750" y="4955223"/>
            <a:ext cx="2197100" cy="1520078"/>
          </a:xfrm>
          <a:prstGeom prst="rect">
            <a:avLst/>
          </a:prstGeom>
        </p:spPr>
      </p:pic>
      <p:cxnSp>
        <p:nvCxnSpPr>
          <p:cNvPr id="11" name="Straight Arrow Connector 10">
            <a:extLst>
              <a:ext uri="{FF2B5EF4-FFF2-40B4-BE49-F238E27FC236}">
                <a16:creationId xmlns:a16="http://schemas.microsoft.com/office/drawing/2014/main" id="{5A605D4B-4F06-D60F-F2DD-AFA427AC220C}"/>
              </a:ext>
            </a:extLst>
          </p:cNvPr>
          <p:cNvCxnSpPr/>
          <p:nvPr/>
        </p:nvCxnSpPr>
        <p:spPr>
          <a:xfrm flipV="1">
            <a:off x="7302500" y="5257800"/>
            <a:ext cx="508000" cy="4000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7705A93-EEA1-1987-AD49-9252706562E8}"/>
              </a:ext>
            </a:extLst>
          </p:cNvPr>
          <p:cNvSpPr txBox="1"/>
          <p:nvPr/>
        </p:nvSpPr>
        <p:spPr>
          <a:xfrm>
            <a:off x="6953250" y="5073134"/>
            <a:ext cx="901700" cy="369332"/>
          </a:xfrm>
          <a:prstGeom prst="rect">
            <a:avLst/>
          </a:prstGeom>
          <a:noFill/>
        </p:spPr>
        <p:txBody>
          <a:bodyPr wrap="square" rtlCol="0">
            <a:spAutoFit/>
          </a:bodyPr>
          <a:lstStyle/>
          <a:p>
            <a:r>
              <a:rPr lang="en-GB" dirty="0"/>
              <a:t>Radius</a:t>
            </a:r>
            <a:endParaRPr lang="en-SE" dirty="0"/>
          </a:p>
        </p:txBody>
      </p:sp>
    </p:spTree>
    <p:extLst>
      <p:ext uri="{BB962C8B-B14F-4D97-AF65-F5344CB8AC3E}">
        <p14:creationId xmlns:p14="http://schemas.microsoft.com/office/powerpoint/2010/main" val="3886096467"/>
      </p:ext>
    </p:extLst>
  </p:cSld>
  <p:clrMapOvr>
    <a:masterClrMapping/>
  </p:clrMapOvr>
  <mc:AlternateContent xmlns:mc="http://schemas.openxmlformats.org/markup-compatibility/2006" xmlns:p14="http://schemas.microsoft.com/office/powerpoint/2010/main">
    <mc:Choice Requires="p14">
      <p:transition spd="slow" p14:dur="2000" advTm="47773"/>
    </mc:Choice>
    <mc:Fallback xmlns="">
      <p:transition spd="slow" advTm="47773"/>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73B5E-7ACA-14B9-FAB2-73CBB622A6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F4669D-FC27-4B2F-B154-73BECF31CA23}"/>
              </a:ext>
            </a:extLst>
          </p:cNvPr>
          <p:cNvSpPr>
            <a:spLocks noGrp="1"/>
          </p:cNvSpPr>
          <p:nvPr>
            <p:ph type="title"/>
          </p:nvPr>
        </p:nvSpPr>
        <p:spPr>
          <a:xfrm>
            <a:off x="1236000" y="270296"/>
            <a:ext cx="10515600" cy="633101"/>
          </a:xfrm>
        </p:spPr>
        <p:txBody>
          <a:bodyPr/>
          <a:lstStyle/>
          <a:p>
            <a:r>
              <a:rPr lang="en-GB" dirty="0"/>
              <a:t>Grouping algorithm</a:t>
            </a:r>
            <a:endParaRPr lang="en-SE" dirty="0"/>
          </a:p>
        </p:txBody>
      </p:sp>
      <p:sp>
        <p:nvSpPr>
          <p:cNvPr id="5" name="TextBox 4">
            <a:extLst>
              <a:ext uri="{FF2B5EF4-FFF2-40B4-BE49-F238E27FC236}">
                <a16:creationId xmlns:a16="http://schemas.microsoft.com/office/drawing/2014/main" id="{261C64AB-3458-7C35-B117-3C1628B17B0D}"/>
              </a:ext>
            </a:extLst>
          </p:cNvPr>
          <p:cNvSpPr txBox="1"/>
          <p:nvPr/>
        </p:nvSpPr>
        <p:spPr>
          <a:xfrm>
            <a:off x="284303" y="1124828"/>
            <a:ext cx="7348397"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sz="1600" dirty="0">
                <a:ea typeface="+mn-lt"/>
                <a:cs typeface="+mn-lt"/>
              </a:rPr>
              <a:t>Run 10 realizations on the same dataset, each time drawing a gaussian realization for noise on the energies and time uncertainty</a:t>
            </a:r>
          </a:p>
          <a:p>
            <a:pPr marL="285750" indent="-285750">
              <a:buFont typeface="Arial" panose="020B0604020202020204" pitchFamily="34" charset="0"/>
              <a:buChar char="•"/>
            </a:pPr>
            <a:r>
              <a:rPr lang="en-US" sz="1600" dirty="0">
                <a:ea typeface="+mn-lt"/>
                <a:cs typeface="+mn-lt"/>
              </a:rPr>
              <a:t>5000 groups made in each realization</a:t>
            </a:r>
          </a:p>
          <a:p>
            <a:pPr marL="285750" indent="-285750">
              <a:buFont typeface="Arial" panose="020B0604020202020204" pitchFamily="34" charset="0"/>
              <a:buChar char="•"/>
            </a:pPr>
            <a:r>
              <a:rPr lang="en-US" sz="1600" dirty="0">
                <a:ea typeface="+mn-lt"/>
                <a:cs typeface="+mn-lt"/>
              </a:rPr>
              <a:t>Accuracy (true positive) = correct groups / total number of events</a:t>
            </a:r>
          </a:p>
          <a:p>
            <a:pPr marL="285750" indent="-285750">
              <a:buFont typeface="Arial" panose="020B0604020202020204" pitchFamily="34" charset="0"/>
              <a:buChar char="•"/>
            </a:pPr>
            <a:r>
              <a:rPr lang="en-US" sz="1600" dirty="0">
                <a:ea typeface="+mn-lt"/>
                <a:cs typeface="+mn-lt"/>
              </a:rPr>
              <a:t>False positive = incorrect groups / total number of events</a:t>
            </a:r>
          </a:p>
          <a:p>
            <a:pPr marL="285750" indent="-285750">
              <a:buFont typeface="Arial" panose="020B0604020202020204" pitchFamily="34" charset="0"/>
              <a:buChar char="•"/>
            </a:pPr>
            <a:r>
              <a:rPr lang="en-US" sz="1600" dirty="0">
                <a:ea typeface="+mn-lt"/>
                <a:cs typeface="+mn-lt"/>
              </a:rPr>
              <a:t>140 </a:t>
            </a:r>
            <a:r>
              <a:rPr lang="en-US" sz="1600" dirty="0" err="1">
                <a:ea typeface="+mn-lt"/>
                <a:cs typeface="+mn-lt"/>
              </a:rPr>
              <a:t>kev</a:t>
            </a:r>
            <a:r>
              <a:rPr lang="en-US" sz="1600" dirty="0">
                <a:ea typeface="+mn-lt"/>
                <a:cs typeface="+mn-lt"/>
              </a:rPr>
              <a:t>, 60 ENC, 2 </a:t>
            </a:r>
            <a:r>
              <a:rPr lang="en-US" sz="1600" dirty="0" err="1">
                <a:ea typeface="+mn-lt"/>
                <a:cs typeface="+mn-lt"/>
              </a:rPr>
              <a:t>kev</a:t>
            </a:r>
            <a:r>
              <a:rPr lang="en-US" sz="1600" dirty="0">
                <a:ea typeface="+mn-lt"/>
                <a:cs typeface="+mn-lt"/>
              </a:rPr>
              <a:t> pixel threshold (applied to the interaction for simplicity)</a:t>
            </a:r>
          </a:p>
        </p:txBody>
      </p:sp>
      <p:pic>
        <p:nvPicPr>
          <p:cNvPr id="4" name="Picture 3" descr="A group of squares with numbers and letters&#10;&#10;AI-generated content may be incorrect.">
            <a:extLst>
              <a:ext uri="{FF2B5EF4-FFF2-40B4-BE49-F238E27FC236}">
                <a16:creationId xmlns:a16="http://schemas.microsoft.com/office/drawing/2014/main" id="{D4B91EAC-C5E7-6F9B-5419-37AD77362A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94189" y="2676182"/>
            <a:ext cx="7559050" cy="3149604"/>
          </a:xfrm>
          <a:prstGeom prst="rect">
            <a:avLst/>
          </a:prstGeom>
        </p:spPr>
      </p:pic>
      <p:sp>
        <p:nvSpPr>
          <p:cNvPr id="6" name="Left Brace 5">
            <a:extLst>
              <a:ext uri="{FF2B5EF4-FFF2-40B4-BE49-F238E27FC236}">
                <a16:creationId xmlns:a16="http://schemas.microsoft.com/office/drawing/2014/main" id="{1B666C70-3A2B-A0DB-55BC-D81704A5910F}"/>
              </a:ext>
            </a:extLst>
          </p:cNvPr>
          <p:cNvSpPr/>
          <p:nvPr/>
        </p:nvSpPr>
        <p:spPr>
          <a:xfrm>
            <a:off x="4180740" y="4159250"/>
            <a:ext cx="203200" cy="141517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E"/>
          </a:p>
        </p:txBody>
      </p:sp>
      <p:sp>
        <p:nvSpPr>
          <p:cNvPr id="8" name="TextBox 7">
            <a:extLst>
              <a:ext uri="{FF2B5EF4-FFF2-40B4-BE49-F238E27FC236}">
                <a16:creationId xmlns:a16="http://schemas.microsoft.com/office/drawing/2014/main" id="{BF6657C6-B427-C668-F988-2ED7BD3EEB22}"/>
              </a:ext>
            </a:extLst>
          </p:cNvPr>
          <p:cNvSpPr txBox="1"/>
          <p:nvPr/>
        </p:nvSpPr>
        <p:spPr>
          <a:xfrm>
            <a:off x="87453" y="4250984"/>
            <a:ext cx="4093287"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ea typeface="+mn-lt"/>
                <a:cs typeface="+mn-lt"/>
              </a:rPr>
              <a:t>Here I keep into account the knowledge of the true interaction chains before thresholding, meaning that events having one interaction lost due to threshold will not be able to ever be correctly grouped</a:t>
            </a:r>
          </a:p>
        </p:txBody>
      </p:sp>
    </p:spTree>
    <p:extLst>
      <p:ext uri="{BB962C8B-B14F-4D97-AF65-F5344CB8AC3E}">
        <p14:creationId xmlns:p14="http://schemas.microsoft.com/office/powerpoint/2010/main" val="3892174068"/>
      </p:ext>
    </p:extLst>
  </p:cSld>
  <p:clrMapOvr>
    <a:masterClrMapping/>
  </p:clrMapOvr>
  <mc:AlternateContent xmlns:mc="http://schemas.openxmlformats.org/markup-compatibility/2006" xmlns:p14="http://schemas.microsoft.com/office/powerpoint/2010/main">
    <mc:Choice Requires="p14">
      <p:transition spd="slow" p14:dur="2000" advTm="47773"/>
    </mc:Choice>
    <mc:Fallback xmlns="">
      <p:transition spd="slow" advTm="47773"/>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0EF07-FA11-DFA9-F263-9675C997A7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BF5F73-08BD-2D93-40A7-EE47F40D421E}"/>
              </a:ext>
            </a:extLst>
          </p:cNvPr>
          <p:cNvSpPr>
            <a:spLocks noGrp="1"/>
          </p:cNvSpPr>
          <p:nvPr>
            <p:ph type="title"/>
          </p:nvPr>
        </p:nvSpPr>
        <p:spPr>
          <a:xfrm>
            <a:off x="1236000" y="270296"/>
            <a:ext cx="10515600" cy="633101"/>
          </a:xfrm>
        </p:spPr>
        <p:txBody>
          <a:bodyPr/>
          <a:lstStyle/>
          <a:p>
            <a:r>
              <a:rPr lang="en-GB" dirty="0"/>
              <a:t>Grouping algorithm</a:t>
            </a:r>
            <a:endParaRPr lang="en-SE" dirty="0"/>
          </a:p>
        </p:txBody>
      </p:sp>
      <p:pic>
        <p:nvPicPr>
          <p:cNvPr id="4" name="Picture 3" descr="A group of squares with numbers and letters&#10;&#10;AI-generated content may be incorrect.">
            <a:extLst>
              <a:ext uri="{FF2B5EF4-FFF2-40B4-BE49-F238E27FC236}">
                <a16:creationId xmlns:a16="http://schemas.microsoft.com/office/drawing/2014/main" id="{C39E6FBB-9E8A-6389-D228-51FB749D2A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689" y="1250945"/>
            <a:ext cx="6159511" cy="2566463"/>
          </a:xfrm>
          <a:prstGeom prst="rect">
            <a:avLst/>
          </a:prstGeom>
        </p:spPr>
      </p:pic>
      <p:pic>
        <p:nvPicPr>
          <p:cNvPr id="7" name="Picture 6" descr="A group of colored squares&#10;&#10;AI-generated content may be incorrect.">
            <a:extLst>
              <a:ext uri="{FF2B5EF4-FFF2-40B4-BE49-F238E27FC236}">
                <a16:creationId xmlns:a16="http://schemas.microsoft.com/office/drawing/2014/main" id="{ED2CE1F0-71D5-A8D7-ECEF-E565C19F4B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91239" y="1250945"/>
            <a:ext cx="6000761" cy="2500317"/>
          </a:xfrm>
          <a:prstGeom prst="rect">
            <a:avLst/>
          </a:prstGeom>
        </p:spPr>
      </p:pic>
      <p:pic>
        <p:nvPicPr>
          <p:cNvPr id="9" name="Picture 8" descr="A group of colored squares&#10;&#10;AI-generated content may be incorrect.">
            <a:extLst>
              <a:ext uri="{FF2B5EF4-FFF2-40B4-BE49-F238E27FC236}">
                <a16:creationId xmlns:a16="http://schemas.microsoft.com/office/drawing/2014/main" id="{24AEF581-CA61-2D55-643E-99848CBC106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0478" y="3992562"/>
            <a:ext cx="6000761" cy="2500317"/>
          </a:xfrm>
          <a:prstGeom prst="rect">
            <a:avLst/>
          </a:prstGeom>
        </p:spPr>
      </p:pic>
      <p:pic>
        <p:nvPicPr>
          <p:cNvPr id="11" name="Picture 10" descr="A group of colored squares&#10;&#10;AI-generated content may be incorrect.">
            <a:extLst>
              <a:ext uri="{FF2B5EF4-FFF2-40B4-BE49-F238E27FC236}">
                <a16:creationId xmlns:a16="http://schemas.microsoft.com/office/drawing/2014/main" id="{38ECD5E2-DEE6-CD3A-E720-8EDDE454066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91238" y="3992561"/>
            <a:ext cx="6000761" cy="2500317"/>
          </a:xfrm>
          <a:prstGeom prst="rect">
            <a:avLst/>
          </a:prstGeom>
        </p:spPr>
      </p:pic>
      <p:cxnSp>
        <p:nvCxnSpPr>
          <p:cNvPr id="13" name="Straight Connector 12">
            <a:extLst>
              <a:ext uri="{FF2B5EF4-FFF2-40B4-BE49-F238E27FC236}">
                <a16:creationId xmlns:a16="http://schemas.microsoft.com/office/drawing/2014/main" id="{B02187BB-BB28-0902-3AC2-FB2BA52D7F39}"/>
              </a:ext>
            </a:extLst>
          </p:cNvPr>
          <p:cNvCxnSpPr/>
          <p:nvPr/>
        </p:nvCxnSpPr>
        <p:spPr>
          <a:xfrm>
            <a:off x="139689" y="3871912"/>
            <a:ext cx="1205231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1DE088A-3AF8-4351-AB7A-37F1A42A8B1A}"/>
              </a:ext>
            </a:extLst>
          </p:cNvPr>
          <p:cNvCxnSpPr>
            <a:cxnSpLocks/>
          </p:cNvCxnSpPr>
          <p:nvPr/>
        </p:nvCxnSpPr>
        <p:spPr>
          <a:xfrm flipV="1">
            <a:off x="6180595" y="609192"/>
            <a:ext cx="0" cy="594042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4308367"/>
      </p:ext>
    </p:extLst>
  </p:cSld>
  <p:clrMapOvr>
    <a:masterClrMapping/>
  </p:clrMapOvr>
  <mc:AlternateContent xmlns:mc="http://schemas.openxmlformats.org/markup-compatibility/2006" xmlns:p14="http://schemas.microsoft.com/office/powerpoint/2010/main">
    <mc:Choice Requires="p14">
      <p:transition spd="slow" p14:dur="2000" advTm="47773"/>
    </mc:Choice>
    <mc:Fallback xmlns="">
      <p:transition spd="slow" advTm="47773"/>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D7C14-B7F4-CA4B-E226-BF03C31E86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8657E3-44B9-97B7-7373-3A73C115DE8B}"/>
              </a:ext>
            </a:extLst>
          </p:cNvPr>
          <p:cNvSpPr>
            <a:spLocks noGrp="1"/>
          </p:cNvSpPr>
          <p:nvPr>
            <p:ph type="title"/>
          </p:nvPr>
        </p:nvSpPr>
        <p:spPr>
          <a:xfrm>
            <a:off x="1236000" y="270296"/>
            <a:ext cx="10515600" cy="633101"/>
          </a:xfrm>
        </p:spPr>
        <p:txBody>
          <a:bodyPr/>
          <a:lstStyle/>
          <a:p>
            <a:r>
              <a:rPr lang="en-GB" dirty="0"/>
              <a:t>Grouping algorithm, 2 or more interactions</a:t>
            </a:r>
            <a:endParaRPr lang="en-SE" dirty="0"/>
          </a:p>
        </p:txBody>
      </p:sp>
      <p:cxnSp>
        <p:nvCxnSpPr>
          <p:cNvPr id="13" name="Straight Connector 12">
            <a:extLst>
              <a:ext uri="{FF2B5EF4-FFF2-40B4-BE49-F238E27FC236}">
                <a16:creationId xmlns:a16="http://schemas.microsoft.com/office/drawing/2014/main" id="{38B0251E-6F2A-F0FB-1A02-E098F8DC2564}"/>
              </a:ext>
            </a:extLst>
          </p:cNvPr>
          <p:cNvCxnSpPr/>
          <p:nvPr/>
        </p:nvCxnSpPr>
        <p:spPr>
          <a:xfrm>
            <a:off x="139689" y="3871912"/>
            <a:ext cx="1205231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1199B43-352B-AEF5-E76F-D936E3778331}"/>
              </a:ext>
            </a:extLst>
          </p:cNvPr>
          <p:cNvCxnSpPr>
            <a:cxnSpLocks/>
          </p:cNvCxnSpPr>
          <p:nvPr/>
        </p:nvCxnSpPr>
        <p:spPr>
          <a:xfrm flipV="1">
            <a:off x="6165844" y="1206288"/>
            <a:ext cx="0" cy="540724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pic>
        <p:nvPicPr>
          <p:cNvPr id="5" name="Picture 4" descr="A group of squares with numbers and symbols&#10;&#10;AI-generated content may be incorrect.">
            <a:extLst>
              <a:ext uri="{FF2B5EF4-FFF2-40B4-BE49-F238E27FC236}">
                <a16:creationId xmlns:a16="http://schemas.microsoft.com/office/drawing/2014/main" id="{6A5FF895-90CC-2416-170D-E5F4CACA68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7487" y="1206288"/>
            <a:ext cx="5670560" cy="2362733"/>
          </a:xfrm>
          <a:prstGeom prst="rect">
            <a:avLst/>
          </a:prstGeom>
        </p:spPr>
      </p:pic>
      <p:pic>
        <p:nvPicPr>
          <p:cNvPr id="8" name="Picture 7" descr="A group of squares with numbers and symbols&#10;&#10;AI-generated content may be incorrect.">
            <a:extLst>
              <a:ext uri="{FF2B5EF4-FFF2-40B4-BE49-F238E27FC236}">
                <a16:creationId xmlns:a16="http://schemas.microsoft.com/office/drawing/2014/main" id="{8AE1647E-B87E-B598-EF5D-2ADCD0A521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32539" y="1206288"/>
            <a:ext cx="5670558" cy="2362732"/>
          </a:xfrm>
          <a:prstGeom prst="rect">
            <a:avLst/>
          </a:prstGeom>
        </p:spPr>
      </p:pic>
      <p:pic>
        <p:nvPicPr>
          <p:cNvPr id="12" name="Picture 11" descr="A group of colored squares&#10;&#10;AI-generated content may be incorrect.">
            <a:extLst>
              <a:ext uri="{FF2B5EF4-FFF2-40B4-BE49-F238E27FC236}">
                <a16:creationId xmlns:a16="http://schemas.microsoft.com/office/drawing/2014/main" id="{0AFF01D7-4706-02F7-B035-473D7BB4589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3681" y="4174804"/>
            <a:ext cx="5594366" cy="2330986"/>
          </a:xfrm>
          <a:prstGeom prst="rect">
            <a:avLst/>
          </a:prstGeom>
        </p:spPr>
      </p:pic>
      <p:pic>
        <p:nvPicPr>
          <p:cNvPr id="16" name="Picture 15" descr="A group of colored squares&#10;&#10;AI-generated content may be incorrect.">
            <a:extLst>
              <a:ext uri="{FF2B5EF4-FFF2-40B4-BE49-F238E27FC236}">
                <a16:creationId xmlns:a16="http://schemas.microsoft.com/office/drawing/2014/main" id="{EEA28328-B102-EE50-C8AD-E32E41623D4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84911" y="4205127"/>
            <a:ext cx="5718186" cy="2382577"/>
          </a:xfrm>
          <a:prstGeom prst="rect">
            <a:avLst/>
          </a:prstGeom>
        </p:spPr>
      </p:pic>
    </p:spTree>
    <p:extLst>
      <p:ext uri="{BB962C8B-B14F-4D97-AF65-F5344CB8AC3E}">
        <p14:creationId xmlns:p14="http://schemas.microsoft.com/office/powerpoint/2010/main" val="1557993150"/>
      </p:ext>
    </p:extLst>
  </p:cSld>
  <p:clrMapOvr>
    <a:masterClrMapping/>
  </p:clrMapOvr>
  <mc:AlternateContent xmlns:mc="http://schemas.openxmlformats.org/markup-compatibility/2006" xmlns:p14="http://schemas.microsoft.com/office/powerpoint/2010/main">
    <mc:Choice Requires="p14">
      <p:transition spd="slow" p14:dur="2000" advTm="47773"/>
    </mc:Choice>
    <mc:Fallback xmlns="">
      <p:transition spd="slow" advTm="47773"/>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4FD20-5791-B08F-1C35-741BA7220D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3BEF0C-21A4-3921-8781-B47B877528FF}"/>
              </a:ext>
            </a:extLst>
          </p:cNvPr>
          <p:cNvSpPr>
            <a:spLocks noGrp="1"/>
          </p:cNvSpPr>
          <p:nvPr>
            <p:ph type="title"/>
          </p:nvPr>
        </p:nvSpPr>
        <p:spPr>
          <a:xfrm>
            <a:off x="1236000" y="270296"/>
            <a:ext cx="10515600" cy="633101"/>
          </a:xfrm>
        </p:spPr>
        <p:txBody>
          <a:bodyPr/>
          <a:lstStyle/>
          <a:p>
            <a:r>
              <a:rPr lang="en-GB" dirty="0"/>
              <a:t>Grouping algorithm, false positives</a:t>
            </a:r>
            <a:endParaRPr lang="en-SE" dirty="0"/>
          </a:p>
        </p:txBody>
      </p:sp>
      <p:cxnSp>
        <p:nvCxnSpPr>
          <p:cNvPr id="14" name="Straight Connector 13">
            <a:extLst>
              <a:ext uri="{FF2B5EF4-FFF2-40B4-BE49-F238E27FC236}">
                <a16:creationId xmlns:a16="http://schemas.microsoft.com/office/drawing/2014/main" id="{AAC27652-E09B-E9B7-D678-B9DC8E443E73}"/>
              </a:ext>
            </a:extLst>
          </p:cNvPr>
          <p:cNvCxnSpPr>
            <a:cxnSpLocks/>
          </p:cNvCxnSpPr>
          <p:nvPr/>
        </p:nvCxnSpPr>
        <p:spPr>
          <a:xfrm flipV="1">
            <a:off x="6165844" y="903397"/>
            <a:ext cx="0" cy="571013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pic>
        <p:nvPicPr>
          <p:cNvPr id="4" name="Picture 3" descr="A screenshot of a graph&#10;&#10;AI-generated content may be incorrect.">
            <a:extLst>
              <a:ext uri="{FF2B5EF4-FFF2-40B4-BE49-F238E27FC236}">
                <a16:creationId xmlns:a16="http://schemas.microsoft.com/office/drawing/2014/main" id="{B24E56BB-E7AA-ED95-F8CF-11C777516E52}"/>
              </a:ext>
            </a:extLst>
          </p:cNvPr>
          <p:cNvPicPr>
            <a:picLocks noChangeAspect="1"/>
          </p:cNvPicPr>
          <p:nvPr/>
        </p:nvPicPr>
        <p:blipFill>
          <a:blip r:embed="rId3">
            <a:extLst>
              <a:ext uri="{28A0092B-C50C-407E-A947-70E740481C1C}">
                <a14:useLocalDpi xmlns:a14="http://schemas.microsoft.com/office/drawing/2010/main" val="0"/>
              </a:ext>
            </a:extLst>
          </a:blip>
          <a:srcRect r="47975"/>
          <a:stretch>
            <a:fillRect/>
          </a:stretch>
        </p:blipFill>
        <p:spPr>
          <a:xfrm>
            <a:off x="1477300" y="1071294"/>
            <a:ext cx="3003935" cy="2405821"/>
          </a:xfrm>
          <a:prstGeom prst="rect">
            <a:avLst/>
          </a:prstGeom>
        </p:spPr>
      </p:pic>
      <p:pic>
        <p:nvPicPr>
          <p:cNvPr id="7" name="Picture 6" descr="A screenshot of a graph&#10;&#10;AI-generated content may be incorrect.">
            <a:extLst>
              <a:ext uri="{FF2B5EF4-FFF2-40B4-BE49-F238E27FC236}">
                <a16:creationId xmlns:a16="http://schemas.microsoft.com/office/drawing/2014/main" id="{5614CE44-B405-AB2B-CDFF-E506ABB9E2D3}"/>
              </a:ext>
            </a:extLst>
          </p:cNvPr>
          <p:cNvPicPr>
            <a:picLocks noChangeAspect="1"/>
          </p:cNvPicPr>
          <p:nvPr/>
        </p:nvPicPr>
        <p:blipFill>
          <a:blip r:embed="rId4">
            <a:extLst>
              <a:ext uri="{28A0092B-C50C-407E-A947-70E740481C1C}">
                <a14:useLocalDpi xmlns:a14="http://schemas.microsoft.com/office/drawing/2010/main" val="0"/>
              </a:ext>
            </a:extLst>
          </a:blip>
          <a:srcRect r="47338"/>
          <a:stretch>
            <a:fillRect/>
          </a:stretch>
        </p:blipFill>
        <p:spPr>
          <a:xfrm>
            <a:off x="7664450" y="847832"/>
            <a:ext cx="3323122" cy="2629283"/>
          </a:xfrm>
          <a:prstGeom prst="rect">
            <a:avLst/>
          </a:prstGeom>
        </p:spPr>
      </p:pic>
      <p:cxnSp>
        <p:nvCxnSpPr>
          <p:cNvPr id="9" name="Straight Connector 8">
            <a:extLst>
              <a:ext uri="{FF2B5EF4-FFF2-40B4-BE49-F238E27FC236}">
                <a16:creationId xmlns:a16="http://schemas.microsoft.com/office/drawing/2014/main" id="{754B9582-916F-5DB5-60DD-4024C896BE96}"/>
              </a:ext>
            </a:extLst>
          </p:cNvPr>
          <p:cNvCxnSpPr/>
          <p:nvPr/>
        </p:nvCxnSpPr>
        <p:spPr>
          <a:xfrm>
            <a:off x="139689" y="3871912"/>
            <a:ext cx="1205231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pic>
        <p:nvPicPr>
          <p:cNvPr id="11" name="Picture 10" descr="A screenshot of a graph&#10;&#10;AI-generated content may be incorrect.">
            <a:extLst>
              <a:ext uri="{FF2B5EF4-FFF2-40B4-BE49-F238E27FC236}">
                <a16:creationId xmlns:a16="http://schemas.microsoft.com/office/drawing/2014/main" id="{3368AFB2-2639-8290-CB14-7E79D9071300}"/>
              </a:ext>
            </a:extLst>
          </p:cNvPr>
          <p:cNvPicPr>
            <a:picLocks noChangeAspect="1"/>
          </p:cNvPicPr>
          <p:nvPr/>
        </p:nvPicPr>
        <p:blipFill>
          <a:blip r:embed="rId5">
            <a:extLst>
              <a:ext uri="{28A0092B-C50C-407E-A947-70E740481C1C}">
                <a14:useLocalDpi xmlns:a14="http://schemas.microsoft.com/office/drawing/2010/main" val="0"/>
              </a:ext>
            </a:extLst>
          </a:blip>
          <a:srcRect r="49363"/>
          <a:stretch>
            <a:fillRect/>
          </a:stretch>
        </p:blipFill>
        <p:spPr>
          <a:xfrm>
            <a:off x="1320790" y="4068872"/>
            <a:ext cx="3092460" cy="2544656"/>
          </a:xfrm>
          <a:prstGeom prst="rect">
            <a:avLst/>
          </a:prstGeom>
        </p:spPr>
      </p:pic>
      <p:pic>
        <p:nvPicPr>
          <p:cNvPr id="17" name="Picture 16" descr="A screenshot of a graph&#10;&#10;AI-generated content may be incorrect.">
            <a:extLst>
              <a:ext uri="{FF2B5EF4-FFF2-40B4-BE49-F238E27FC236}">
                <a16:creationId xmlns:a16="http://schemas.microsoft.com/office/drawing/2014/main" id="{F4B52D96-C1CF-5242-1A25-46505CCE6D2E}"/>
              </a:ext>
            </a:extLst>
          </p:cNvPr>
          <p:cNvPicPr>
            <a:picLocks noChangeAspect="1"/>
          </p:cNvPicPr>
          <p:nvPr/>
        </p:nvPicPr>
        <p:blipFill>
          <a:blip r:embed="rId6">
            <a:extLst>
              <a:ext uri="{28A0092B-C50C-407E-A947-70E740481C1C}">
                <a14:useLocalDpi xmlns:a14="http://schemas.microsoft.com/office/drawing/2010/main" val="0"/>
              </a:ext>
            </a:extLst>
          </a:blip>
          <a:srcRect r="47917"/>
          <a:stretch>
            <a:fillRect/>
          </a:stretch>
        </p:blipFill>
        <p:spPr>
          <a:xfrm>
            <a:off x="7723839" y="4068872"/>
            <a:ext cx="3238510" cy="2590809"/>
          </a:xfrm>
          <a:prstGeom prst="rect">
            <a:avLst/>
          </a:prstGeom>
        </p:spPr>
      </p:pic>
    </p:spTree>
    <p:extLst>
      <p:ext uri="{BB962C8B-B14F-4D97-AF65-F5344CB8AC3E}">
        <p14:creationId xmlns:p14="http://schemas.microsoft.com/office/powerpoint/2010/main" val="697536130"/>
      </p:ext>
    </p:extLst>
  </p:cSld>
  <p:clrMapOvr>
    <a:masterClrMapping/>
  </p:clrMapOvr>
  <mc:AlternateContent xmlns:mc="http://schemas.openxmlformats.org/markup-compatibility/2006" xmlns:p14="http://schemas.microsoft.com/office/powerpoint/2010/main">
    <mc:Choice Requires="p14">
      <p:transition spd="slow" p14:dur="2000" advTm="47773"/>
    </mc:Choice>
    <mc:Fallback xmlns="">
      <p:transition spd="slow" advTm="47773"/>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1F0BC-8007-C88C-9E3A-5F9C328FB4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53BC24-4601-F23D-47F1-BAC1781B6728}"/>
              </a:ext>
            </a:extLst>
          </p:cNvPr>
          <p:cNvSpPr>
            <a:spLocks noGrp="1"/>
          </p:cNvSpPr>
          <p:nvPr>
            <p:ph type="title"/>
          </p:nvPr>
        </p:nvSpPr>
        <p:spPr>
          <a:xfrm>
            <a:off x="1236000" y="270296"/>
            <a:ext cx="10515600" cy="633101"/>
          </a:xfrm>
        </p:spPr>
        <p:txBody>
          <a:bodyPr/>
          <a:lstStyle/>
          <a:p>
            <a:r>
              <a:rPr lang="en-GB" dirty="0"/>
              <a:t>Grouping algorithm</a:t>
            </a:r>
            <a:endParaRPr lang="en-SE" dirty="0"/>
          </a:p>
        </p:txBody>
      </p:sp>
      <p:cxnSp>
        <p:nvCxnSpPr>
          <p:cNvPr id="9" name="Straight Connector 8">
            <a:extLst>
              <a:ext uri="{FF2B5EF4-FFF2-40B4-BE49-F238E27FC236}">
                <a16:creationId xmlns:a16="http://schemas.microsoft.com/office/drawing/2014/main" id="{13856A84-F227-98C4-DDD7-6417D473C6BF}"/>
              </a:ext>
            </a:extLst>
          </p:cNvPr>
          <p:cNvCxnSpPr/>
          <p:nvPr/>
        </p:nvCxnSpPr>
        <p:spPr>
          <a:xfrm>
            <a:off x="139689" y="3871912"/>
            <a:ext cx="1205231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pic>
        <p:nvPicPr>
          <p:cNvPr id="5" name="Picture 4" descr="A group of colored squares&#10;&#10;AI-generated content may be incorrect.">
            <a:extLst>
              <a:ext uri="{FF2B5EF4-FFF2-40B4-BE49-F238E27FC236}">
                <a16:creationId xmlns:a16="http://schemas.microsoft.com/office/drawing/2014/main" id="{57AD2EE1-5C02-4F78-5118-287074AA4D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1607" y="1612956"/>
            <a:ext cx="5227194" cy="2177998"/>
          </a:xfrm>
          <a:prstGeom prst="rect">
            <a:avLst/>
          </a:prstGeom>
        </p:spPr>
      </p:pic>
      <p:pic>
        <p:nvPicPr>
          <p:cNvPr id="8" name="Picture 7" descr="A group of colored squares&#10;&#10;AI-generated content may be incorrect.">
            <a:extLst>
              <a:ext uri="{FF2B5EF4-FFF2-40B4-BE49-F238E27FC236}">
                <a16:creationId xmlns:a16="http://schemas.microsoft.com/office/drawing/2014/main" id="{FD17FFD5-4562-2C2A-A0BD-CE02BE450A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51589" y="1581206"/>
            <a:ext cx="5439711" cy="2266546"/>
          </a:xfrm>
          <a:prstGeom prst="rect">
            <a:avLst/>
          </a:prstGeom>
        </p:spPr>
      </p:pic>
      <p:pic>
        <p:nvPicPr>
          <p:cNvPr id="12" name="Picture 11" descr="A group of squares with numbers and text&#10;&#10;AI-generated content may be incorrect.">
            <a:extLst>
              <a:ext uri="{FF2B5EF4-FFF2-40B4-BE49-F238E27FC236}">
                <a16:creationId xmlns:a16="http://schemas.microsoft.com/office/drawing/2014/main" id="{3AA2C747-3468-0E9A-68A9-681920E4FA1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3538" y="4589401"/>
            <a:ext cx="5314961" cy="2214567"/>
          </a:xfrm>
          <a:prstGeom prst="rect">
            <a:avLst/>
          </a:prstGeom>
        </p:spPr>
      </p:pic>
      <p:pic>
        <p:nvPicPr>
          <p:cNvPr id="15" name="Picture 14" descr="A group of colored squares&#10;&#10;AI-generated content may be incorrect.">
            <a:extLst>
              <a:ext uri="{FF2B5EF4-FFF2-40B4-BE49-F238E27FC236}">
                <a16:creationId xmlns:a16="http://schemas.microsoft.com/office/drawing/2014/main" id="{0761CE53-20A2-7FDD-58DF-EAD10897C35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76339" y="4589401"/>
            <a:ext cx="5314961" cy="2214567"/>
          </a:xfrm>
          <a:prstGeom prst="rect">
            <a:avLst/>
          </a:prstGeom>
        </p:spPr>
      </p:pic>
      <p:sp>
        <p:nvSpPr>
          <p:cNvPr id="16" name="TextBox 15">
            <a:extLst>
              <a:ext uri="{FF2B5EF4-FFF2-40B4-BE49-F238E27FC236}">
                <a16:creationId xmlns:a16="http://schemas.microsoft.com/office/drawing/2014/main" id="{2C0ED39A-AE0F-1A08-05E2-CBCE10A456F9}"/>
              </a:ext>
            </a:extLst>
          </p:cNvPr>
          <p:cNvSpPr txBox="1"/>
          <p:nvPr/>
        </p:nvSpPr>
        <p:spPr>
          <a:xfrm>
            <a:off x="656495" y="965295"/>
            <a:ext cx="11018697"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ea typeface="+mn-lt"/>
                <a:cs typeface="+mn-lt"/>
              </a:rPr>
              <a:t>Using radii distributions from only primaries</a:t>
            </a:r>
            <a:r>
              <a:rPr lang="en-US" sz="1600" dirty="0">
                <a:ea typeface="+mn-lt"/>
                <a:cs typeface="+mn-lt"/>
              </a:rPr>
              <a:t>: no big improvement in accuracy due to algorithm better performance at 1 or 2 int lengths, while primaries have usually longer chains than object scattered</a:t>
            </a:r>
          </a:p>
        </p:txBody>
      </p:sp>
      <p:sp>
        <p:nvSpPr>
          <p:cNvPr id="3" name="TextBox 2">
            <a:extLst>
              <a:ext uri="{FF2B5EF4-FFF2-40B4-BE49-F238E27FC236}">
                <a16:creationId xmlns:a16="http://schemas.microsoft.com/office/drawing/2014/main" id="{9C088D91-3D4A-669F-316E-8118EBAEA8E2}"/>
              </a:ext>
            </a:extLst>
          </p:cNvPr>
          <p:cNvSpPr txBox="1"/>
          <p:nvPr/>
        </p:nvSpPr>
        <p:spPr>
          <a:xfrm>
            <a:off x="586651" y="3952871"/>
            <a:ext cx="1101869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ea typeface="+mn-lt"/>
                <a:cs typeface="+mn-lt"/>
              </a:rPr>
              <a:t>Using 1.5 </a:t>
            </a:r>
            <a:r>
              <a:rPr lang="en-US" sz="1600" b="1" dirty="0" err="1">
                <a:ea typeface="+mn-lt"/>
                <a:cs typeface="+mn-lt"/>
              </a:rPr>
              <a:t>kev</a:t>
            </a:r>
            <a:r>
              <a:rPr lang="en-US" sz="1600" b="1" dirty="0">
                <a:ea typeface="+mn-lt"/>
                <a:cs typeface="+mn-lt"/>
              </a:rPr>
              <a:t> threshold instead</a:t>
            </a:r>
            <a:r>
              <a:rPr lang="en-US" sz="1600" dirty="0">
                <a:ea typeface="+mn-lt"/>
                <a:cs typeface="+mn-lt"/>
              </a:rPr>
              <a:t>: no major worsening in accuracy</a:t>
            </a:r>
          </a:p>
        </p:txBody>
      </p:sp>
    </p:spTree>
    <p:extLst>
      <p:ext uri="{BB962C8B-B14F-4D97-AF65-F5344CB8AC3E}">
        <p14:creationId xmlns:p14="http://schemas.microsoft.com/office/powerpoint/2010/main" val="2849037547"/>
      </p:ext>
    </p:extLst>
  </p:cSld>
  <p:clrMapOvr>
    <a:masterClrMapping/>
  </p:clrMapOvr>
  <mc:AlternateContent xmlns:mc="http://schemas.openxmlformats.org/markup-compatibility/2006" xmlns:p14="http://schemas.microsoft.com/office/powerpoint/2010/main">
    <mc:Choice Requires="p14">
      <p:transition spd="slow" p14:dur="2000" advTm="47773"/>
    </mc:Choice>
    <mc:Fallback xmlns="">
      <p:transition spd="slow" advTm="47773"/>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57452-6D0E-E773-3744-6E5B46E7F5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22DB81-9A3A-ABE5-71C5-505998408850}"/>
              </a:ext>
            </a:extLst>
          </p:cNvPr>
          <p:cNvSpPr>
            <a:spLocks noGrp="1"/>
          </p:cNvSpPr>
          <p:nvPr>
            <p:ph type="title"/>
          </p:nvPr>
        </p:nvSpPr>
        <p:spPr>
          <a:xfrm>
            <a:off x="1236000" y="270296"/>
            <a:ext cx="10515600" cy="633101"/>
          </a:xfrm>
        </p:spPr>
        <p:txBody>
          <a:bodyPr/>
          <a:lstStyle/>
          <a:p>
            <a:r>
              <a:rPr lang="en-GB" dirty="0"/>
              <a:t>Grouping algorithm conclusions</a:t>
            </a:r>
            <a:endParaRPr lang="en-SE" dirty="0"/>
          </a:p>
        </p:txBody>
      </p:sp>
      <p:sp>
        <p:nvSpPr>
          <p:cNvPr id="5" name="TextBox 4">
            <a:extLst>
              <a:ext uri="{FF2B5EF4-FFF2-40B4-BE49-F238E27FC236}">
                <a16:creationId xmlns:a16="http://schemas.microsoft.com/office/drawing/2014/main" id="{9A507336-7D0B-DDAC-90CC-0558A91C2C8A}"/>
              </a:ext>
            </a:extLst>
          </p:cNvPr>
          <p:cNvSpPr txBox="1"/>
          <p:nvPr/>
        </p:nvSpPr>
        <p:spPr>
          <a:xfrm>
            <a:off x="957403" y="1531228"/>
            <a:ext cx="10231297" cy="28007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ea typeface="+mn-lt"/>
                <a:cs typeface="+mn-lt"/>
              </a:rPr>
              <a:t>To conclude:</a:t>
            </a:r>
          </a:p>
          <a:p>
            <a:endParaRPr lang="en-US" sz="1600" dirty="0">
              <a:ea typeface="+mn-lt"/>
              <a:cs typeface="+mn-lt"/>
            </a:endParaRPr>
          </a:p>
          <a:p>
            <a:pPr marL="342900" indent="-342900">
              <a:buFont typeface="+mj-lt"/>
              <a:buAutoNum type="arabicPeriod"/>
            </a:pPr>
            <a:r>
              <a:rPr lang="en-US" sz="1600" dirty="0">
                <a:ea typeface="+mn-lt"/>
                <a:cs typeface="+mn-lt"/>
              </a:rPr>
              <a:t> For the SPECT case (2+ interactions per event), the accuracy of the algorithm investigated can reach up to around 40% for the primaries</a:t>
            </a:r>
          </a:p>
          <a:p>
            <a:pPr marL="342900" indent="-342900">
              <a:buFont typeface="+mj-lt"/>
              <a:buAutoNum type="arabicPeriod"/>
            </a:pPr>
            <a:endParaRPr lang="en-US" sz="1600" dirty="0">
              <a:ea typeface="+mn-lt"/>
              <a:cs typeface="+mn-lt"/>
            </a:endParaRPr>
          </a:p>
          <a:p>
            <a:pPr marL="342900" indent="-342900">
              <a:buFont typeface="+mj-lt"/>
              <a:buAutoNum type="arabicPeriod"/>
            </a:pPr>
            <a:r>
              <a:rPr lang="en-US" sz="1600" dirty="0">
                <a:ea typeface="+mn-lt"/>
                <a:cs typeface="+mn-lt"/>
              </a:rPr>
              <a:t>Pre hold 400 </a:t>
            </a:r>
            <a:r>
              <a:rPr lang="en-US" sz="1600" dirty="0" err="1">
                <a:ea typeface="+mn-lt"/>
                <a:cs typeface="+mn-lt"/>
              </a:rPr>
              <a:t>nA</a:t>
            </a:r>
            <a:r>
              <a:rPr lang="en-US" sz="1600" dirty="0">
                <a:ea typeface="+mn-lt"/>
                <a:cs typeface="+mn-lt"/>
              </a:rPr>
              <a:t>, and the newest jitter model for primaries lead to the same statistical average in accuracy as the physical limit case (p-value test &lt; 0.05)</a:t>
            </a:r>
          </a:p>
          <a:p>
            <a:pPr marL="342900" indent="-342900">
              <a:buFont typeface="+mj-lt"/>
              <a:buAutoNum type="arabicPeriod"/>
            </a:pPr>
            <a:endParaRPr lang="en-US" sz="1600" dirty="0">
              <a:ea typeface="+mn-lt"/>
              <a:cs typeface="+mn-lt"/>
            </a:endParaRPr>
          </a:p>
          <a:p>
            <a:pPr marL="342900" indent="-342900">
              <a:buFont typeface="+mj-lt"/>
              <a:buAutoNum type="arabicPeriod"/>
            </a:pPr>
            <a:r>
              <a:rPr lang="en-US" sz="1600" dirty="0">
                <a:ea typeface="+mn-lt"/>
                <a:cs typeface="+mn-lt"/>
              </a:rPr>
              <a:t>Overall the difference between the different models is minimal (as is between the physical limit and the t </a:t>
            </a:r>
            <a:r>
              <a:rPr lang="en-US" sz="1600" dirty="0" err="1">
                <a:ea typeface="+mn-lt"/>
                <a:cs typeface="+mn-lt"/>
              </a:rPr>
              <a:t>coll</a:t>
            </a:r>
            <a:r>
              <a:rPr lang="en-US" sz="1600" dirty="0">
                <a:ea typeface="+mn-lt"/>
                <a:cs typeface="+mn-lt"/>
              </a:rPr>
              <a:t> + jitter). This because the jitter models have very high time uncertainty at very low energies! Already at 2 or 3 </a:t>
            </a:r>
            <a:r>
              <a:rPr lang="en-US" sz="1600" dirty="0" err="1">
                <a:ea typeface="+mn-lt"/>
                <a:cs typeface="+mn-lt"/>
              </a:rPr>
              <a:t>kev</a:t>
            </a:r>
            <a:r>
              <a:rPr lang="en-US" sz="1600" dirty="0">
                <a:ea typeface="+mn-lt"/>
                <a:cs typeface="+mn-lt"/>
              </a:rPr>
              <a:t> the jitter uncertainty is comparable if not smaller to the collection time one.</a:t>
            </a:r>
          </a:p>
        </p:txBody>
      </p:sp>
      <p:graphicFrame>
        <p:nvGraphicFramePr>
          <p:cNvPr id="4" name="Table 3">
            <a:extLst>
              <a:ext uri="{FF2B5EF4-FFF2-40B4-BE49-F238E27FC236}">
                <a16:creationId xmlns:a16="http://schemas.microsoft.com/office/drawing/2014/main" id="{999B1A92-1040-3A9F-CD7C-B36CBE35AC96}"/>
              </a:ext>
            </a:extLst>
          </p:cNvPr>
          <p:cNvGraphicFramePr>
            <a:graphicFrameLocks noGrp="1"/>
          </p:cNvGraphicFramePr>
          <p:nvPr>
            <p:extLst>
              <p:ext uri="{D42A27DB-BD31-4B8C-83A1-F6EECF244321}">
                <p14:modId xmlns:p14="http://schemas.microsoft.com/office/powerpoint/2010/main" val="3710864629"/>
              </p:ext>
            </p:extLst>
          </p:nvPr>
        </p:nvGraphicFramePr>
        <p:xfrm>
          <a:off x="1704975" y="4580181"/>
          <a:ext cx="8397876" cy="1265893"/>
        </p:xfrm>
        <a:graphic>
          <a:graphicData uri="http://schemas.openxmlformats.org/drawingml/2006/table">
            <a:tbl>
              <a:tblPr/>
              <a:tblGrid>
                <a:gridCol w="1373280">
                  <a:extLst>
                    <a:ext uri="{9D8B030D-6E8A-4147-A177-3AD203B41FA5}">
                      <a16:colId xmlns:a16="http://schemas.microsoft.com/office/drawing/2014/main" val="1853938421"/>
                    </a:ext>
                  </a:extLst>
                </a:gridCol>
                <a:gridCol w="1081277">
                  <a:extLst>
                    <a:ext uri="{9D8B030D-6E8A-4147-A177-3AD203B41FA5}">
                      <a16:colId xmlns:a16="http://schemas.microsoft.com/office/drawing/2014/main" val="2519360832"/>
                    </a:ext>
                  </a:extLst>
                </a:gridCol>
                <a:gridCol w="1833363">
                  <a:extLst>
                    <a:ext uri="{9D8B030D-6E8A-4147-A177-3AD203B41FA5}">
                      <a16:colId xmlns:a16="http://schemas.microsoft.com/office/drawing/2014/main" val="1752845176"/>
                    </a:ext>
                  </a:extLst>
                </a:gridCol>
                <a:gridCol w="1598316">
                  <a:extLst>
                    <a:ext uri="{9D8B030D-6E8A-4147-A177-3AD203B41FA5}">
                      <a16:colId xmlns:a16="http://schemas.microsoft.com/office/drawing/2014/main" val="72506896"/>
                    </a:ext>
                  </a:extLst>
                </a:gridCol>
                <a:gridCol w="1148370">
                  <a:extLst>
                    <a:ext uri="{9D8B030D-6E8A-4147-A177-3AD203B41FA5}">
                      <a16:colId xmlns:a16="http://schemas.microsoft.com/office/drawing/2014/main" val="3448687340"/>
                    </a:ext>
                  </a:extLst>
                </a:gridCol>
                <a:gridCol w="1363270">
                  <a:extLst>
                    <a:ext uri="{9D8B030D-6E8A-4147-A177-3AD203B41FA5}">
                      <a16:colId xmlns:a16="http://schemas.microsoft.com/office/drawing/2014/main" val="1114406594"/>
                    </a:ext>
                  </a:extLst>
                </a:gridCol>
              </a:tblGrid>
              <a:tr h="290269">
                <a:tc>
                  <a:txBody>
                    <a:bodyPr/>
                    <a:lstStyle/>
                    <a:p>
                      <a:pPr algn="ctr" fontAlgn="b">
                        <a:buNone/>
                      </a:pPr>
                      <a:r>
                        <a:rPr lang="en-GB" sz="800" b="1" i="0" u="none" strike="noStrike" dirty="0">
                          <a:solidFill>
                            <a:srgbClr val="000000"/>
                          </a:solidFill>
                          <a:effectLst/>
                          <a:latin typeface="Aptos Narrow" panose="020B0004020202020204" pitchFamily="34" charset="0"/>
                        </a:rPr>
                        <a:t>Deposited energy (keV)</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GB" sz="800" b="1" i="0" u="none" strike="noStrike" dirty="0">
                          <a:solidFill>
                            <a:srgbClr val="000000"/>
                          </a:solidFill>
                          <a:effectLst/>
                          <a:latin typeface="Aptos Narrow" panose="020B0004020202020204" pitchFamily="34" charset="0"/>
                        </a:rPr>
                        <a:t>Energy in pixel (keV)</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GB" sz="800" b="1" i="0" u="none" strike="noStrike" dirty="0">
                          <a:solidFill>
                            <a:srgbClr val="000000"/>
                          </a:solidFill>
                          <a:effectLst/>
                          <a:latin typeface="Aptos Narrow" panose="020B0004020202020204" pitchFamily="34" charset="0"/>
                        </a:rPr>
                        <a:t>Jitter (ns) (IB=200nA, PRE-HOLD)</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GB" sz="800" b="1" i="0" u="none" strike="noStrike" dirty="0">
                          <a:solidFill>
                            <a:srgbClr val="000000"/>
                          </a:solidFill>
                          <a:effectLst/>
                          <a:latin typeface="Aptos Narrow"/>
                        </a:rPr>
                        <a:t>Jitter (ns) (IB=400nA, PRE-HOLD)</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GB" sz="800" b="1" i="0" u="none" strike="noStrike" dirty="0">
                          <a:solidFill>
                            <a:srgbClr val="000000"/>
                          </a:solidFill>
                          <a:effectLst/>
                          <a:latin typeface="Aptos Narrow"/>
                        </a:rPr>
                        <a:t>Jitter (ns) (newest)</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GB" sz="800" b="1" i="0" u="none" strike="noStrike" dirty="0">
                          <a:solidFill>
                            <a:srgbClr val="000000"/>
                          </a:solidFill>
                          <a:effectLst/>
                          <a:latin typeface="Aptos Narrow" panose="020B0004020202020204" pitchFamily="34" charset="0"/>
                        </a:rPr>
                        <a:t>Collection time uncertainty (ns)</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2972305"/>
                  </a:ext>
                </a:extLst>
              </a:tr>
              <a:tr h="120595">
                <a:tc>
                  <a:txBody>
                    <a:bodyPr/>
                    <a:lstStyle/>
                    <a:p>
                      <a:pPr algn="ctr" fontAlgn="b">
                        <a:buNone/>
                      </a:pPr>
                      <a:r>
                        <a:rPr lang="en-SE" sz="700" b="0" i="0" u="none" strike="noStrike" dirty="0">
                          <a:solidFill>
                            <a:srgbClr val="000000"/>
                          </a:solidFill>
                          <a:effectLst/>
                          <a:latin typeface="Aptos Narrow"/>
                        </a:rPr>
                        <a:t>0,1</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E" sz="700" b="0" i="0" u="none" strike="noStrike" dirty="0">
                          <a:solidFill>
                            <a:srgbClr val="000000"/>
                          </a:solidFill>
                          <a:effectLst/>
                          <a:latin typeface="Aptos Narrow"/>
                        </a:rPr>
                        <a:t>0</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E" sz="700" b="0" i="0" u="none" strike="noStrike" dirty="0">
                          <a:solidFill>
                            <a:srgbClr val="000000"/>
                          </a:solidFill>
                          <a:effectLst/>
                          <a:latin typeface="Aptos Narrow"/>
                        </a:rPr>
                        <a:t>18,81</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E" sz="700" b="0" i="0" u="none" strike="noStrike" dirty="0">
                          <a:solidFill>
                            <a:srgbClr val="000000"/>
                          </a:solidFill>
                          <a:effectLst/>
                          <a:latin typeface="Aptos Narrow"/>
                        </a:rPr>
                        <a:t>10,42</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E" sz="700" b="0" i="0" u="none" strike="noStrike" dirty="0">
                          <a:solidFill>
                            <a:srgbClr val="000000"/>
                          </a:solidFill>
                          <a:effectLst/>
                          <a:latin typeface="Aptos Narrow"/>
                        </a:rPr>
                        <a:t>185,81</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E" sz="700" b="0" i="0" u="none" strike="noStrike" dirty="0">
                          <a:solidFill>
                            <a:srgbClr val="000000"/>
                          </a:solidFill>
                          <a:effectLst/>
                          <a:latin typeface="Aptos Narrow" panose="020B0004020202020204" pitchFamily="34" charset="0"/>
                        </a:rPr>
                        <a:t>7,36</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2478021"/>
                  </a:ext>
                </a:extLst>
              </a:tr>
              <a:tr h="120595">
                <a:tc>
                  <a:txBody>
                    <a:bodyPr/>
                    <a:lstStyle/>
                    <a:p>
                      <a:pPr algn="ctr" fontAlgn="b">
                        <a:buNone/>
                      </a:pPr>
                      <a:r>
                        <a:rPr lang="en-SE" sz="700" b="0" i="0" u="none" strike="noStrike" dirty="0">
                          <a:solidFill>
                            <a:srgbClr val="000000"/>
                          </a:solidFill>
                          <a:effectLst/>
                          <a:latin typeface="Aptos Narrow"/>
                        </a:rPr>
                        <a:t>1,12</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E" sz="700" b="0" i="0" u="none" strike="noStrike" dirty="0">
                          <a:solidFill>
                            <a:srgbClr val="000000"/>
                          </a:solidFill>
                          <a:effectLst/>
                          <a:latin typeface="Aptos Narrow"/>
                        </a:rPr>
                        <a:t>1,12</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E" sz="700" b="0" i="0" u="none" strike="noStrike" dirty="0">
                          <a:solidFill>
                            <a:srgbClr val="000000"/>
                          </a:solidFill>
                          <a:effectLst/>
                          <a:latin typeface="Aptos Narrow" panose="020B0004020202020204" pitchFamily="34" charset="0"/>
                        </a:rPr>
                        <a:t>14,97</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E" sz="700" b="0" i="0" u="none" strike="noStrike" dirty="0">
                          <a:solidFill>
                            <a:srgbClr val="000000"/>
                          </a:solidFill>
                          <a:effectLst/>
                          <a:latin typeface="Aptos Narrow"/>
                        </a:rPr>
                        <a:t>8,34</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E" sz="700" b="0" i="0" u="none" strike="noStrike" dirty="0">
                          <a:solidFill>
                            <a:srgbClr val="000000"/>
                          </a:solidFill>
                          <a:effectLst/>
                          <a:latin typeface="Aptos Narrow"/>
                        </a:rPr>
                        <a:t>81,66</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E" sz="700" b="0" i="0" u="none" strike="noStrike" dirty="0">
                          <a:solidFill>
                            <a:srgbClr val="000000"/>
                          </a:solidFill>
                          <a:effectLst/>
                          <a:latin typeface="Aptos Narrow" panose="020B0004020202020204" pitchFamily="34" charset="0"/>
                        </a:rPr>
                        <a:t>7,26</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19450332"/>
                  </a:ext>
                </a:extLst>
              </a:tr>
              <a:tr h="129590">
                <a:tc>
                  <a:txBody>
                    <a:bodyPr/>
                    <a:lstStyle/>
                    <a:p>
                      <a:pPr algn="ctr" fontAlgn="b">
                        <a:buNone/>
                      </a:pPr>
                      <a:r>
                        <a:rPr lang="en-SE" sz="700" b="0" i="0" u="none" strike="noStrike" dirty="0">
                          <a:solidFill>
                            <a:srgbClr val="000000"/>
                          </a:solidFill>
                          <a:effectLst/>
                          <a:latin typeface="Aptos Narrow" panose="020B0004020202020204" pitchFamily="34" charset="0"/>
                        </a:rPr>
                        <a:t>2,15</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SE" sz="700" b="0" i="0" u="none" strike="noStrike" dirty="0">
                          <a:solidFill>
                            <a:srgbClr val="000000"/>
                          </a:solidFill>
                          <a:effectLst/>
                          <a:latin typeface="Aptos Narrow" panose="020B0004020202020204" pitchFamily="34" charset="0"/>
                        </a:rPr>
                        <a:t>2,15</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SE" sz="700" b="0" i="0" u="none" strike="noStrike" dirty="0">
                          <a:solidFill>
                            <a:srgbClr val="000000"/>
                          </a:solidFill>
                          <a:effectLst/>
                          <a:latin typeface="Aptos Narrow" panose="020B0004020202020204" pitchFamily="34" charset="0"/>
                        </a:rPr>
                        <a:t>11,46</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SE" sz="700" b="0" i="0" u="none" strike="noStrike" dirty="0">
                          <a:solidFill>
                            <a:srgbClr val="000000"/>
                          </a:solidFill>
                          <a:effectLst/>
                          <a:latin typeface="Aptos Narrow" panose="020B0004020202020204" pitchFamily="34" charset="0"/>
                        </a:rPr>
                        <a:t>6,45</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SE" sz="700" b="0" i="0" u="none" strike="noStrike" dirty="0">
                          <a:solidFill>
                            <a:srgbClr val="000000"/>
                          </a:solidFill>
                          <a:effectLst/>
                          <a:latin typeface="Aptos Narrow" panose="020B0004020202020204" pitchFamily="34" charset="0"/>
                        </a:rPr>
                        <a:t>10,45</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SE" sz="700" b="0" i="0" u="none" strike="noStrike" dirty="0">
                          <a:solidFill>
                            <a:srgbClr val="000000"/>
                          </a:solidFill>
                          <a:effectLst/>
                          <a:latin typeface="Aptos Narrow"/>
                        </a:rPr>
                        <a:t>7,16</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681893180"/>
                  </a:ext>
                </a:extLst>
              </a:tr>
              <a:tr h="120595">
                <a:tc>
                  <a:txBody>
                    <a:bodyPr/>
                    <a:lstStyle/>
                    <a:p>
                      <a:pPr algn="ctr" fontAlgn="b">
                        <a:buNone/>
                      </a:pPr>
                      <a:r>
                        <a:rPr lang="en-SE" sz="700" b="0" i="0" u="none" strike="noStrike" dirty="0">
                          <a:solidFill>
                            <a:srgbClr val="000000"/>
                          </a:solidFill>
                          <a:effectLst/>
                          <a:latin typeface="Aptos Narrow"/>
                        </a:rPr>
                        <a:t>3,17</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SE" sz="700" b="0" i="0" u="none" strike="noStrike" dirty="0">
                          <a:solidFill>
                            <a:srgbClr val="000000"/>
                          </a:solidFill>
                          <a:effectLst/>
                          <a:latin typeface="Aptos Narrow" panose="020B0004020202020204" pitchFamily="34" charset="0"/>
                        </a:rPr>
                        <a:t>2,94</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SE" sz="700" b="0" i="0" u="none" strike="noStrike" dirty="0">
                          <a:solidFill>
                            <a:srgbClr val="000000"/>
                          </a:solidFill>
                          <a:effectLst/>
                          <a:latin typeface="Aptos Narrow" panose="020B0004020202020204" pitchFamily="34" charset="0"/>
                        </a:rPr>
                        <a:t>8,74</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SE" sz="700" b="0" i="0" u="none" strike="noStrike" dirty="0">
                          <a:solidFill>
                            <a:srgbClr val="000000"/>
                          </a:solidFill>
                          <a:effectLst/>
                          <a:latin typeface="Aptos Narrow"/>
                        </a:rPr>
                        <a:t>4,98</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SE" sz="700" b="0" i="0" u="none" strike="noStrike" dirty="0">
                          <a:solidFill>
                            <a:srgbClr val="000000"/>
                          </a:solidFill>
                          <a:effectLst/>
                          <a:latin typeface="Aptos Narrow" panose="020B0004020202020204" pitchFamily="34" charset="0"/>
                        </a:rPr>
                        <a:t>5,56</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SE" sz="700" b="0" i="0" u="none" strike="noStrike" dirty="0">
                          <a:solidFill>
                            <a:srgbClr val="000000"/>
                          </a:solidFill>
                          <a:effectLst/>
                          <a:latin typeface="Aptos Narrow" panose="020B0004020202020204" pitchFamily="34" charset="0"/>
                        </a:rPr>
                        <a:t>7,07</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54702796"/>
                  </a:ext>
                </a:extLst>
              </a:tr>
              <a:tr h="122464">
                <a:tc>
                  <a:txBody>
                    <a:bodyPr/>
                    <a:lstStyle/>
                    <a:p>
                      <a:pPr algn="ctr" fontAlgn="b">
                        <a:buNone/>
                      </a:pPr>
                      <a:r>
                        <a:rPr lang="en-SE" sz="700" b="0" i="0" u="none" strike="noStrike" dirty="0">
                          <a:solidFill>
                            <a:srgbClr val="000000"/>
                          </a:solidFill>
                          <a:effectLst/>
                          <a:latin typeface="Aptos Narrow"/>
                        </a:rPr>
                        <a:t>4,20</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E" sz="700" b="0" i="0" u="none" strike="noStrike" dirty="0">
                          <a:solidFill>
                            <a:srgbClr val="000000"/>
                          </a:solidFill>
                          <a:effectLst/>
                          <a:latin typeface="Aptos Narrow"/>
                        </a:rPr>
                        <a:t>3,66</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E" sz="700" b="0" i="0" u="none" strike="noStrike" dirty="0">
                          <a:solidFill>
                            <a:srgbClr val="000000"/>
                          </a:solidFill>
                          <a:effectLst/>
                          <a:latin typeface="Aptos Narrow"/>
                        </a:rPr>
                        <a:t>6,28</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E" sz="700" b="0" i="0" u="none" strike="noStrike" dirty="0">
                          <a:solidFill>
                            <a:srgbClr val="000000"/>
                          </a:solidFill>
                          <a:effectLst/>
                          <a:latin typeface="Aptos Narrow" panose="020B0004020202020204" pitchFamily="34" charset="0"/>
                        </a:rPr>
                        <a:t>3,64</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E" sz="700" b="0" i="0" u="none" strike="noStrike" dirty="0">
                          <a:solidFill>
                            <a:srgbClr val="000000"/>
                          </a:solidFill>
                          <a:effectLst/>
                          <a:latin typeface="Aptos Narrow" panose="020B0004020202020204" pitchFamily="34" charset="0"/>
                        </a:rPr>
                        <a:t>4,01</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E" sz="700" b="0" i="0" u="none" strike="noStrike" dirty="0">
                          <a:solidFill>
                            <a:srgbClr val="000000"/>
                          </a:solidFill>
                          <a:effectLst/>
                          <a:latin typeface="Aptos Narrow"/>
                        </a:rPr>
                        <a:t>6,97</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70757444"/>
                  </a:ext>
                </a:extLst>
              </a:tr>
              <a:tr h="120595">
                <a:tc>
                  <a:txBody>
                    <a:bodyPr/>
                    <a:lstStyle/>
                    <a:p>
                      <a:pPr algn="ctr" fontAlgn="b">
                        <a:buNone/>
                      </a:pPr>
                      <a:r>
                        <a:rPr lang="en-SE" sz="700" b="0" i="0" u="none" strike="noStrike" dirty="0">
                          <a:solidFill>
                            <a:srgbClr val="000000"/>
                          </a:solidFill>
                          <a:effectLst/>
                          <a:latin typeface="Aptos Narrow"/>
                        </a:rPr>
                        <a:t>5,22</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E" sz="700" b="0" i="0" u="none" strike="noStrike" dirty="0">
                          <a:solidFill>
                            <a:srgbClr val="000000"/>
                          </a:solidFill>
                          <a:effectLst/>
                          <a:latin typeface="Aptos Narrow"/>
                        </a:rPr>
                        <a:t>4,44</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E" sz="700" b="0" i="0" u="none" strike="noStrike" dirty="0">
                          <a:solidFill>
                            <a:srgbClr val="000000"/>
                          </a:solidFill>
                          <a:effectLst/>
                          <a:latin typeface="Aptos Narrow"/>
                        </a:rPr>
                        <a:t>4,48</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E" sz="700" b="0" i="0" u="none" strike="noStrike" dirty="0">
                          <a:solidFill>
                            <a:srgbClr val="000000"/>
                          </a:solidFill>
                          <a:effectLst/>
                          <a:latin typeface="Aptos Narrow" panose="020B0004020202020204" pitchFamily="34" charset="0"/>
                        </a:rPr>
                        <a:t>2,63</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E" sz="700" b="0" i="0" u="none" strike="noStrike" dirty="0">
                          <a:solidFill>
                            <a:srgbClr val="000000"/>
                          </a:solidFill>
                          <a:effectLst/>
                          <a:latin typeface="Aptos Narrow" panose="020B0004020202020204" pitchFamily="34" charset="0"/>
                        </a:rPr>
                        <a:t>2,92</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E" sz="700" b="0" i="0" u="none" strike="noStrike" dirty="0">
                          <a:solidFill>
                            <a:srgbClr val="000000"/>
                          </a:solidFill>
                          <a:effectLst/>
                          <a:latin typeface="Aptos Narrow"/>
                        </a:rPr>
                        <a:t>6,88</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420173"/>
                  </a:ext>
                </a:extLst>
              </a:tr>
              <a:tr h="120595">
                <a:tc>
                  <a:txBody>
                    <a:bodyPr/>
                    <a:lstStyle/>
                    <a:p>
                      <a:pPr algn="ctr" fontAlgn="b">
                        <a:buNone/>
                      </a:pPr>
                      <a:r>
                        <a:rPr lang="en-SE" sz="700" b="0" i="0" u="none" strike="noStrike" dirty="0">
                          <a:solidFill>
                            <a:srgbClr val="000000"/>
                          </a:solidFill>
                          <a:effectLst/>
                          <a:latin typeface="Aptos Narrow"/>
                        </a:rPr>
                        <a:t>6,24</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E" sz="700" b="0" i="0" u="none" strike="noStrike" dirty="0">
                          <a:solidFill>
                            <a:srgbClr val="000000"/>
                          </a:solidFill>
                          <a:effectLst/>
                          <a:latin typeface="Aptos Narrow"/>
                        </a:rPr>
                        <a:t>5,26</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E" sz="700" b="0" i="0" u="none" strike="noStrike" dirty="0">
                          <a:solidFill>
                            <a:srgbClr val="000000"/>
                          </a:solidFill>
                          <a:effectLst/>
                          <a:latin typeface="Aptos Narrow" panose="020B0004020202020204" pitchFamily="34" charset="0"/>
                        </a:rPr>
                        <a:t>3,46</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E" sz="700" b="0" i="0" u="none" strike="noStrike" dirty="0">
                          <a:solidFill>
                            <a:srgbClr val="000000"/>
                          </a:solidFill>
                          <a:effectLst/>
                          <a:latin typeface="Aptos Narrow" panose="020B0004020202020204" pitchFamily="34" charset="0"/>
                        </a:rPr>
                        <a:t>2,01</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E" sz="700" b="0" i="0" u="none" strike="noStrike" dirty="0">
                          <a:solidFill>
                            <a:srgbClr val="000000"/>
                          </a:solidFill>
                          <a:effectLst/>
                          <a:latin typeface="Aptos Narrow"/>
                        </a:rPr>
                        <a:t>2,29</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E" sz="700" b="0" i="0" u="none" strike="noStrike" dirty="0">
                          <a:solidFill>
                            <a:srgbClr val="000000"/>
                          </a:solidFill>
                          <a:effectLst/>
                          <a:latin typeface="Aptos Narrow" panose="020B0004020202020204" pitchFamily="34" charset="0"/>
                        </a:rPr>
                        <a:t>6,78</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1344296"/>
                  </a:ext>
                </a:extLst>
              </a:tr>
              <a:tr h="120595">
                <a:tc>
                  <a:txBody>
                    <a:bodyPr/>
                    <a:lstStyle/>
                    <a:p>
                      <a:pPr algn="ctr" fontAlgn="b">
                        <a:buNone/>
                      </a:pPr>
                      <a:r>
                        <a:rPr lang="en-SE" sz="700" b="0" i="0" u="none" strike="noStrike" dirty="0">
                          <a:solidFill>
                            <a:srgbClr val="000000"/>
                          </a:solidFill>
                          <a:effectLst/>
                          <a:latin typeface="Aptos Narrow"/>
                        </a:rPr>
                        <a:t>7,27</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E" sz="700" b="0" i="0" u="none" strike="noStrike" dirty="0">
                          <a:solidFill>
                            <a:srgbClr val="000000"/>
                          </a:solidFill>
                          <a:effectLst/>
                          <a:latin typeface="Aptos Narrow"/>
                        </a:rPr>
                        <a:t>6,10</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E" sz="700" b="0" i="0" u="none" strike="noStrike" dirty="0">
                          <a:solidFill>
                            <a:srgbClr val="000000"/>
                          </a:solidFill>
                          <a:effectLst/>
                          <a:latin typeface="Aptos Narrow" panose="020B0004020202020204" pitchFamily="34" charset="0"/>
                        </a:rPr>
                        <a:t>2,81</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E" sz="700" b="0" i="0" u="none" strike="noStrike" dirty="0">
                          <a:solidFill>
                            <a:srgbClr val="000000"/>
                          </a:solidFill>
                          <a:effectLst/>
                          <a:latin typeface="Aptos Narrow" panose="020B0004020202020204" pitchFamily="34" charset="0"/>
                        </a:rPr>
                        <a:t>1,63</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E" sz="700" b="0" i="0" u="none" strike="noStrike" dirty="0">
                          <a:solidFill>
                            <a:srgbClr val="000000"/>
                          </a:solidFill>
                          <a:effectLst/>
                          <a:latin typeface="Aptos Narrow" panose="020B0004020202020204" pitchFamily="34" charset="0"/>
                        </a:rPr>
                        <a:t>1,88</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SE" sz="700" b="0" i="0" u="none" strike="noStrike" dirty="0">
                          <a:solidFill>
                            <a:srgbClr val="000000"/>
                          </a:solidFill>
                          <a:effectLst/>
                          <a:latin typeface="Aptos Narrow" panose="020B0004020202020204" pitchFamily="34" charset="0"/>
                        </a:rPr>
                        <a:t>6,69</a:t>
                      </a:r>
                    </a:p>
                  </a:txBody>
                  <a:tcPr marL="6030" marR="6030" marT="603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35155033"/>
                  </a:ext>
                </a:extLst>
              </a:tr>
            </a:tbl>
          </a:graphicData>
        </a:graphic>
      </p:graphicFrame>
    </p:spTree>
    <p:extLst>
      <p:ext uri="{BB962C8B-B14F-4D97-AF65-F5344CB8AC3E}">
        <p14:creationId xmlns:p14="http://schemas.microsoft.com/office/powerpoint/2010/main" val="3371726786"/>
      </p:ext>
    </p:extLst>
  </p:cSld>
  <p:clrMapOvr>
    <a:masterClrMapping/>
  </p:clrMapOvr>
  <mc:AlternateContent xmlns:mc="http://schemas.openxmlformats.org/markup-compatibility/2006" xmlns:p14="http://schemas.microsoft.com/office/powerpoint/2010/main">
    <mc:Choice Requires="p14">
      <p:transition spd="slow" p14:dur="2000" advTm="47773"/>
    </mc:Choice>
    <mc:Fallback xmlns="">
      <p:transition spd="slow" advTm="47773"/>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9D65C-DDE0-2D67-B670-19DFB90ED5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1743FC-5BCE-A0A5-A187-5A5E29558843}"/>
              </a:ext>
            </a:extLst>
          </p:cNvPr>
          <p:cNvSpPr>
            <a:spLocks noGrp="1"/>
          </p:cNvSpPr>
          <p:nvPr>
            <p:ph type="ctrTitle"/>
          </p:nvPr>
        </p:nvSpPr>
        <p:spPr>
          <a:xfrm>
            <a:off x="703385" y="2756231"/>
            <a:ext cx="11094293" cy="2387600"/>
          </a:xfrm>
        </p:spPr>
        <p:txBody>
          <a:bodyPr/>
          <a:lstStyle/>
          <a:p>
            <a:r>
              <a:rPr lang="en-GB" dirty="0"/>
              <a:t>Thank you for your attention!</a:t>
            </a:r>
            <a:endParaRPr lang="en-SE" dirty="0"/>
          </a:p>
        </p:txBody>
      </p:sp>
      <p:sp>
        <p:nvSpPr>
          <p:cNvPr id="3" name="Subtitle 2">
            <a:extLst>
              <a:ext uri="{FF2B5EF4-FFF2-40B4-BE49-F238E27FC236}">
                <a16:creationId xmlns:a16="http://schemas.microsoft.com/office/drawing/2014/main" id="{21ACB07D-12A2-2D20-7550-F7FA0A5FFD61}"/>
              </a:ext>
            </a:extLst>
          </p:cNvPr>
          <p:cNvSpPr>
            <a:spLocks noGrp="1"/>
          </p:cNvSpPr>
          <p:nvPr>
            <p:ph type="subTitle" idx="1"/>
          </p:nvPr>
        </p:nvSpPr>
        <p:spPr>
          <a:xfrm>
            <a:off x="1524000" y="4958450"/>
            <a:ext cx="9144000" cy="1655762"/>
          </a:xfrm>
        </p:spPr>
        <p:txBody>
          <a:bodyPr/>
          <a:lstStyle/>
          <a:p>
            <a:r>
              <a:rPr lang="en-GB" dirty="0"/>
              <a:t>Any questions?</a:t>
            </a:r>
          </a:p>
        </p:txBody>
      </p:sp>
    </p:spTree>
    <p:extLst>
      <p:ext uri="{BB962C8B-B14F-4D97-AF65-F5344CB8AC3E}">
        <p14:creationId xmlns:p14="http://schemas.microsoft.com/office/powerpoint/2010/main" val="4251590630"/>
      </p:ext>
    </p:extLst>
  </p:cSld>
  <p:clrMapOvr>
    <a:masterClrMapping/>
  </p:clrMapOvr>
  <mc:AlternateContent xmlns:mc="http://schemas.openxmlformats.org/markup-compatibility/2006" xmlns:p14="http://schemas.microsoft.com/office/powerpoint/2010/main">
    <mc:Choice Requires="p14">
      <p:transition spd="slow" p14:dur="2000" advTm="12354"/>
    </mc:Choice>
    <mc:Fallback xmlns="">
      <p:transition spd="slow" advTm="12354"/>
    </mc:Fallback>
  </mc:AlternateContent>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PPT figtree 240110.pptx" id="{795072EE-DD45-42AC-A6E6-0EB4211C5CBA}" vid="{6CE82EEB-BD08-490A-AACD-D5E6FAB6BF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PPT figtree 240110</Template>
  <TotalTime>3921</TotalTime>
  <Words>791</Words>
  <Application>Microsoft Office PowerPoint</Application>
  <PresentationFormat>Widescreen</PresentationFormat>
  <Paragraphs>280</Paragraphs>
  <Slides>12</Slides>
  <Notes>12</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Office-tema</vt:lpstr>
      <vt:lpstr>New grouping results</vt:lpstr>
      <vt:lpstr>Dead volume 3.0, 20 cm diameter phantom</vt:lpstr>
      <vt:lpstr>Dead volume 3.0, 20 cm diameter phantom</vt:lpstr>
      <vt:lpstr>Same case (left), dead volume geometry simulated (right)</vt:lpstr>
      <vt:lpstr>Grouping algorithm</vt:lpstr>
      <vt:lpstr>Grouping algorithm</vt:lpstr>
      <vt:lpstr>Grouping algorithm</vt:lpstr>
      <vt:lpstr>Grouping algorithm, 2 or more interactions</vt:lpstr>
      <vt:lpstr>Grouping algorithm, false positives</vt:lpstr>
      <vt:lpstr>Grouping algorithm</vt:lpstr>
      <vt:lpstr>Grouping algorithm conclusions</vt:lpstr>
      <vt:lpstr>Thank you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Luca Terenzi</dc:creator>
  <cp:lastModifiedBy>Luca Terenzi</cp:lastModifiedBy>
  <cp:revision>184</cp:revision>
  <dcterms:created xsi:type="dcterms:W3CDTF">2024-11-21T14:49:56Z</dcterms:created>
  <dcterms:modified xsi:type="dcterms:W3CDTF">2025-10-21T07:31:47Z</dcterms:modified>
</cp:coreProperties>
</file>